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9141460" cy="457200"/>
          </a:xfrm>
          <a:custGeom>
            <a:avLst/>
            <a:gdLst/>
            <a:ahLst/>
            <a:cxnLst/>
            <a:rect l="l" t="t" r="r" b="b"/>
            <a:pathLst>
              <a:path w="9141460" h="457200">
                <a:moveTo>
                  <a:pt x="9140952" y="0"/>
                </a:moveTo>
                <a:lnTo>
                  <a:pt x="0" y="0"/>
                </a:lnTo>
                <a:lnTo>
                  <a:pt x="0" y="457199"/>
                </a:lnTo>
                <a:lnTo>
                  <a:pt x="9140952" y="457199"/>
                </a:lnTo>
                <a:lnTo>
                  <a:pt x="9140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1460" cy="64135"/>
          </a:xfrm>
          <a:custGeom>
            <a:avLst/>
            <a:gdLst/>
            <a:ahLst/>
            <a:cxnLst/>
            <a:rect l="l" t="t" r="r" b="b"/>
            <a:pathLst>
              <a:path w="9141460" h="64135">
                <a:moveTo>
                  <a:pt x="9140952" y="0"/>
                </a:moveTo>
                <a:lnTo>
                  <a:pt x="0" y="0"/>
                </a:lnTo>
                <a:lnTo>
                  <a:pt x="0" y="64007"/>
                </a:lnTo>
                <a:lnTo>
                  <a:pt x="9140952" y="64007"/>
                </a:lnTo>
                <a:lnTo>
                  <a:pt x="9140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05255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 h="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3011" y="1707251"/>
            <a:ext cx="3679604" cy="11403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472" y="1408811"/>
            <a:ext cx="3690747" cy="30264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87" y="1517903"/>
            <a:ext cx="3834384" cy="38343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199"/>
                </a:lnTo>
                <a:lnTo>
                  <a:pt x="9144000" y="457199"/>
                </a:lnTo>
                <a:lnTo>
                  <a:pt x="9144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96111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 h="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856310"/>
            <a:ext cx="630809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1687092"/>
            <a:ext cx="424180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81117" y="2116074"/>
            <a:ext cx="3054985" cy="1463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600" spc="160">
                <a:latin typeface="Calibri Light"/>
                <a:cs typeface="Calibri Light"/>
              </a:rPr>
              <a:t>PRESENTED</a:t>
            </a:r>
            <a:r>
              <a:rPr dirty="0" sz="1600" spc="445">
                <a:latin typeface="Calibri Light"/>
                <a:cs typeface="Calibri Light"/>
              </a:rPr>
              <a:t> </a:t>
            </a:r>
            <a:r>
              <a:rPr dirty="0" sz="1600" spc="60">
                <a:latin typeface="Calibri Light"/>
                <a:cs typeface="Calibri Light"/>
              </a:rPr>
              <a:t>BY:</a:t>
            </a:r>
            <a:r>
              <a:rPr dirty="0" sz="1600" spc="450">
                <a:latin typeface="Calibri Light"/>
                <a:cs typeface="Calibri Light"/>
              </a:rPr>
              <a:t> </a:t>
            </a:r>
            <a:r>
              <a:rPr dirty="0" sz="1600" spc="145">
                <a:latin typeface="Calibri Light"/>
                <a:cs typeface="Calibri Light"/>
              </a:rPr>
              <a:t>KASHI</a:t>
            </a:r>
            <a:r>
              <a:rPr dirty="0" sz="1600" spc="434">
                <a:latin typeface="Calibri Light"/>
                <a:cs typeface="Calibri Light"/>
              </a:rPr>
              <a:t> </a:t>
            </a:r>
            <a:r>
              <a:rPr dirty="0" sz="1600" spc="90">
                <a:latin typeface="Calibri Light"/>
                <a:cs typeface="Calibri Light"/>
              </a:rPr>
              <a:t>NATH</a:t>
            </a:r>
            <a:endParaRPr sz="1600">
              <a:latin typeface="Calibri Light"/>
              <a:cs typeface="Calibri Light"/>
            </a:endParaRPr>
          </a:p>
          <a:p>
            <a:pPr marL="194945" indent="-182245">
              <a:lnSpc>
                <a:spcPct val="100000"/>
              </a:lnSpc>
              <a:spcBef>
                <a:spcPts val="1225"/>
              </a:spcBef>
              <a:buClr>
                <a:srgbClr val="E38312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600" spc="155">
                <a:latin typeface="Calibri Light"/>
                <a:cs typeface="Calibri Light"/>
              </a:rPr>
              <a:t>BRANCH:</a:t>
            </a:r>
            <a:r>
              <a:rPr dirty="0" sz="1600" spc="420">
                <a:latin typeface="Calibri Light"/>
                <a:cs typeface="Calibri Light"/>
              </a:rPr>
              <a:t> </a:t>
            </a:r>
            <a:r>
              <a:rPr dirty="0" sz="1600" spc="90">
                <a:latin typeface="Calibri Light"/>
                <a:cs typeface="Calibri Light"/>
              </a:rPr>
              <a:t>B.</a:t>
            </a:r>
            <a:r>
              <a:rPr dirty="0" sz="1600" spc="405">
                <a:latin typeface="Calibri Light"/>
                <a:cs typeface="Calibri Light"/>
              </a:rPr>
              <a:t> </a:t>
            </a:r>
            <a:r>
              <a:rPr dirty="0" sz="1600" spc="130">
                <a:latin typeface="Calibri Light"/>
                <a:cs typeface="Calibri Light"/>
              </a:rPr>
              <a:t>TECH</a:t>
            </a:r>
            <a:r>
              <a:rPr dirty="0" sz="1600" spc="450">
                <a:latin typeface="Calibri Light"/>
                <a:cs typeface="Calibri Light"/>
              </a:rPr>
              <a:t> </a:t>
            </a:r>
            <a:r>
              <a:rPr dirty="0" sz="1600" spc="90">
                <a:latin typeface="Calibri Light"/>
                <a:cs typeface="Calibri Light"/>
              </a:rPr>
              <a:t>CSE</a:t>
            </a:r>
            <a:endParaRPr sz="1600">
              <a:latin typeface="Calibri Light"/>
              <a:cs typeface="Calibri Light"/>
            </a:endParaRPr>
          </a:p>
          <a:p>
            <a:pPr marL="194945" indent="-182245">
              <a:lnSpc>
                <a:spcPct val="100000"/>
              </a:lnSpc>
              <a:spcBef>
                <a:spcPts val="1200"/>
              </a:spcBef>
              <a:buClr>
                <a:srgbClr val="E38312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600" spc="155">
                <a:latin typeface="Calibri Light"/>
                <a:cs typeface="Calibri Light"/>
              </a:rPr>
              <a:t>SECTION:</a:t>
            </a:r>
            <a:r>
              <a:rPr dirty="0" sz="1600" spc="480">
                <a:latin typeface="Calibri Light"/>
                <a:cs typeface="Calibri Light"/>
              </a:rPr>
              <a:t> </a:t>
            </a:r>
            <a:r>
              <a:rPr dirty="0" sz="1600" spc="-50">
                <a:latin typeface="Calibri Light"/>
                <a:cs typeface="Calibri Light"/>
              </a:rPr>
              <a:t>G</a:t>
            </a:r>
            <a:endParaRPr sz="1600">
              <a:latin typeface="Calibri Light"/>
              <a:cs typeface="Calibri Light"/>
            </a:endParaRPr>
          </a:p>
          <a:p>
            <a:pPr marL="194945" indent="-182245">
              <a:lnSpc>
                <a:spcPct val="100000"/>
              </a:lnSpc>
              <a:spcBef>
                <a:spcPts val="1200"/>
              </a:spcBef>
              <a:buClr>
                <a:srgbClr val="E38312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600" spc="140">
                <a:latin typeface="Calibri Light"/>
                <a:cs typeface="Calibri Light"/>
              </a:rPr>
              <a:t>SUBJECT:</a:t>
            </a:r>
            <a:r>
              <a:rPr dirty="0" sz="1600" spc="490">
                <a:latin typeface="Calibri Light"/>
                <a:cs typeface="Calibri Light"/>
              </a:rPr>
              <a:t> </a:t>
            </a:r>
            <a:r>
              <a:rPr dirty="0" sz="1600" spc="120">
                <a:latin typeface="Calibri Light"/>
                <a:cs typeface="Calibri Light"/>
              </a:rPr>
              <a:t>NALS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234137"/>
            <a:ext cx="5049520" cy="1379855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150"/>
              <a:t>Introduction</a:t>
            </a:r>
            <a:r>
              <a:rPr dirty="0" spc="-509"/>
              <a:t> </a:t>
            </a:r>
            <a:r>
              <a:rPr dirty="0" spc="-40"/>
              <a:t>to</a:t>
            </a:r>
            <a:r>
              <a:rPr dirty="0" spc="-430"/>
              <a:t> </a:t>
            </a:r>
            <a:r>
              <a:rPr dirty="0" spc="-105"/>
              <a:t>Web </a:t>
            </a:r>
            <a:r>
              <a:rPr dirty="0" spc="-100"/>
              <a:t>Development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22960" y="1847088"/>
            <a:ext cx="7543800" cy="1149350"/>
            <a:chOff x="822960" y="1847088"/>
            <a:chExt cx="7543800" cy="1149350"/>
          </a:xfrm>
        </p:grpSpPr>
        <p:sp>
          <p:nvSpPr>
            <p:cNvPr id="4" name="object 4" descr=""/>
            <p:cNvSpPr/>
            <p:nvPr/>
          </p:nvSpPr>
          <p:spPr>
            <a:xfrm>
              <a:off x="822960" y="1847088"/>
              <a:ext cx="7543800" cy="1149350"/>
            </a:xfrm>
            <a:custGeom>
              <a:avLst/>
              <a:gdLst/>
              <a:ahLst/>
              <a:cxnLst/>
              <a:rect l="l" t="t" r="r" b="b"/>
              <a:pathLst>
                <a:path w="7543800" h="1149350">
                  <a:moveTo>
                    <a:pt x="7428865" y="0"/>
                  </a:moveTo>
                  <a:lnTo>
                    <a:pt x="114909" y="0"/>
                  </a:lnTo>
                  <a:lnTo>
                    <a:pt x="70181" y="9028"/>
                  </a:lnTo>
                  <a:lnTo>
                    <a:pt x="33656" y="33655"/>
                  </a:lnTo>
                  <a:lnTo>
                    <a:pt x="9030" y="70187"/>
                  </a:lnTo>
                  <a:lnTo>
                    <a:pt x="0" y="114935"/>
                  </a:lnTo>
                  <a:lnTo>
                    <a:pt x="0" y="1034161"/>
                  </a:lnTo>
                  <a:lnTo>
                    <a:pt x="9030" y="1078908"/>
                  </a:lnTo>
                  <a:lnTo>
                    <a:pt x="33656" y="1115441"/>
                  </a:lnTo>
                  <a:lnTo>
                    <a:pt x="70181" y="1140067"/>
                  </a:lnTo>
                  <a:lnTo>
                    <a:pt x="114909" y="1149096"/>
                  </a:lnTo>
                  <a:lnTo>
                    <a:pt x="7428865" y="1149096"/>
                  </a:lnTo>
                  <a:lnTo>
                    <a:pt x="7473612" y="1140067"/>
                  </a:lnTo>
                  <a:lnTo>
                    <a:pt x="7510145" y="1115440"/>
                  </a:lnTo>
                  <a:lnTo>
                    <a:pt x="7534771" y="1078908"/>
                  </a:lnTo>
                  <a:lnTo>
                    <a:pt x="7543800" y="1034161"/>
                  </a:lnTo>
                  <a:lnTo>
                    <a:pt x="7543800" y="114935"/>
                  </a:lnTo>
                  <a:lnTo>
                    <a:pt x="7534771" y="70187"/>
                  </a:lnTo>
                  <a:lnTo>
                    <a:pt x="7510145" y="33654"/>
                  </a:lnTo>
                  <a:lnTo>
                    <a:pt x="7473612" y="9028"/>
                  </a:lnTo>
                  <a:lnTo>
                    <a:pt x="7428865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956" y="2107692"/>
              <a:ext cx="630936" cy="63093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71956" y="2107692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89" h="631189">
                  <a:moveTo>
                    <a:pt x="0" y="630936"/>
                  </a:moveTo>
                  <a:lnTo>
                    <a:pt x="630936" y="630936"/>
                  </a:lnTo>
                  <a:lnTo>
                    <a:pt x="630936" y="0"/>
                  </a:lnTo>
                  <a:lnTo>
                    <a:pt x="0" y="0"/>
                  </a:lnTo>
                  <a:lnTo>
                    <a:pt x="0" y="63093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822960" y="3282696"/>
            <a:ext cx="7543800" cy="1149350"/>
            <a:chOff x="822960" y="3282696"/>
            <a:chExt cx="7543800" cy="1149350"/>
          </a:xfrm>
        </p:grpSpPr>
        <p:sp>
          <p:nvSpPr>
            <p:cNvPr id="8" name="object 8" descr=""/>
            <p:cNvSpPr/>
            <p:nvPr/>
          </p:nvSpPr>
          <p:spPr>
            <a:xfrm>
              <a:off x="822960" y="3282696"/>
              <a:ext cx="7543800" cy="1149350"/>
            </a:xfrm>
            <a:custGeom>
              <a:avLst/>
              <a:gdLst/>
              <a:ahLst/>
              <a:cxnLst/>
              <a:rect l="l" t="t" r="r" b="b"/>
              <a:pathLst>
                <a:path w="7543800" h="1149350">
                  <a:moveTo>
                    <a:pt x="7428865" y="0"/>
                  </a:moveTo>
                  <a:lnTo>
                    <a:pt x="114909" y="0"/>
                  </a:lnTo>
                  <a:lnTo>
                    <a:pt x="70181" y="9028"/>
                  </a:lnTo>
                  <a:lnTo>
                    <a:pt x="33656" y="33654"/>
                  </a:lnTo>
                  <a:lnTo>
                    <a:pt x="9030" y="70187"/>
                  </a:lnTo>
                  <a:lnTo>
                    <a:pt x="0" y="114934"/>
                  </a:lnTo>
                  <a:lnTo>
                    <a:pt x="0" y="1034160"/>
                  </a:lnTo>
                  <a:lnTo>
                    <a:pt x="9030" y="1078908"/>
                  </a:lnTo>
                  <a:lnTo>
                    <a:pt x="33656" y="1115440"/>
                  </a:lnTo>
                  <a:lnTo>
                    <a:pt x="70181" y="1140067"/>
                  </a:lnTo>
                  <a:lnTo>
                    <a:pt x="114909" y="1149095"/>
                  </a:lnTo>
                  <a:lnTo>
                    <a:pt x="7428865" y="1149095"/>
                  </a:lnTo>
                  <a:lnTo>
                    <a:pt x="7473612" y="1140067"/>
                  </a:lnTo>
                  <a:lnTo>
                    <a:pt x="7510145" y="1115440"/>
                  </a:lnTo>
                  <a:lnTo>
                    <a:pt x="7534771" y="1078908"/>
                  </a:lnTo>
                  <a:lnTo>
                    <a:pt x="7543800" y="1034160"/>
                  </a:lnTo>
                  <a:lnTo>
                    <a:pt x="7543800" y="114934"/>
                  </a:lnTo>
                  <a:lnTo>
                    <a:pt x="7534771" y="70187"/>
                  </a:lnTo>
                  <a:lnTo>
                    <a:pt x="7510145" y="33654"/>
                  </a:lnTo>
                  <a:lnTo>
                    <a:pt x="7473612" y="9028"/>
                  </a:lnTo>
                  <a:lnTo>
                    <a:pt x="7428865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1956" y="3543300"/>
              <a:ext cx="630936" cy="63093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171956" y="3543300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89" h="631189">
                  <a:moveTo>
                    <a:pt x="0" y="630936"/>
                  </a:moveTo>
                  <a:lnTo>
                    <a:pt x="630936" y="630936"/>
                  </a:lnTo>
                  <a:lnTo>
                    <a:pt x="630936" y="0"/>
                  </a:lnTo>
                  <a:lnTo>
                    <a:pt x="0" y="0"/>
                  </a:lnTo>
                  <a:lnTo>
                    <a:pt x="0" y="63093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822960" y="4718303"/>
            <a:ext cx="7543800" cy="1149350"/>
            <a:chOff x="822960" y="4718303"/>
            <a:chExt cx="7543800" cy="1149350"/>
          </a:xfrm>
        </p:grpSpPr>
        <p:sp>
          <p:nvSpPr>
            <p:cNvPr id="12" name="object 12" descr=""/>
            <p:cNvSpPr/>
            <p:nvPr/>
          </p:nvSpPr>
          <p:spPr>
            <a:xfrm>
              <a:off x="822960" y="4718303"/>
              <a:ext cx="7543800" cy="1149350"/>
            </a:xfrm>
            <a:custGeom>
              <a:avLst/>
              <a:gdLst/>
              <a:ahLst/>
              <a:cxnLst/>
              <a:rect l="l" t="t" r="r" b="b"/>
              <a:pathLst>
                <a:path w="7543800" h="1149350">
                  <a:moveTo>
                    <a:pt x="7428865" y="0"/>
                  </a:moveTo>
                  <a:lnTo>
                    <a:pt x="114909" y="0"/>
                  </a:lnTo>
                  <a:lnTo>
                    <a:pt x="70181" y="9028"/>
                  </a:lnTo>
                  <a:lnTo>
                    <a:pt x="33656" y="33655"/>
                  </a:lnTo>
                  <a:lnTo>
                    <a:pt x="9030" y="70187"/>
                  </a:lnTo>
                  <a:lnTo>
                    <a:pt x="0" y="114935"/>
                  </a:lnTo>
                  <a:lnTo>
                    <a:pt x="0" y="1034186"/>
                  </a:lnTo>
                  <a:lnTo>
                    <a:pt x="9030" y="1078914"/>
                  </a:lnTo>
                  <a:lnTo>
                    <a:pt x="33656" y="1115439"/>
                  </a:lnTo>
                  <a:lnTo>
                    <a:pt x="70181" y="1140065"/>
                  </a:lnTo>
                  <a:lnTo>
                    <a:pt x="114909" y="1149096"/>
                  </a:lnTo>
                  <a:lnTo>
                    <a:pt x="7428865" y="1149096"/>
                  </a:lnTo>
                  <a:lnTo>
                    <a:pt x="7473612" y="1140065"/>
                  </a:lnTo>
                  <a:lnTo>
                    <a:pt x="7510145" y="1115439"/>
                  </a:lnTo>
                  <a:lnTo>
                    <a:pt x="7534771" y="1078914"/>
                  </a:lnTo>
                  <a:lnTo>
                    <a:pt x="7543800" y="1034186"/>
                  </a:lnTo>
                  <a:lnTo>
                    <a:pt x="7543800" y="114935"/>
                  </a:lnTo>
                  <a:lnTo>
                    <a:pt x="7534771" y="70187"/>
                  </a:lnTo>
                  <a:lnTo>
                    <a:pt x="7510145" y="33655"/>
                  </a:lnTo>
                  <a:lnTo>
                    <a:pt x="7473612" y="9028"/>
                  </a:lnTo>
                  <a:lnTo>
                    <a:pt x="7428865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956" y="4978907"/>
              <a:ext cx="630936" cy="63398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171956" y="4978907"/>
              <a:ext cx="631190" cy="634365"/>
            </a:xfrm>
            <a:custGeom>
              <a:avLst/>
              <a:gdLst/>
              <a:ahLst/>
              <a:cxnLst/>
              <a:rect l="l" t="t" r="r" b="b"/>
              <a:pathLst>
                <a:path w="631189" h="634364">
                  <a:moveTo>
                    <a:pt x="0" y="633984"/>
                  </a:moveTo>
                  <a:lnTo>
                    <a:pt x="630936" y="633984"/>
                  </a:lnTo>
                  <a:lnTo>
                    <a:pt x="630936" y="0"/>
                  </a:lnTo>
                  <a:lnTo>
                    <a:pt x="0" y="0"/>
                  </a:lnTo>
                  <a:lnTo>
                    <a:pt x="0" y="633984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259329" y="2006854"/>
            <a:ext cx="5972810" cy="366712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303530">
              <a:lnSpc>
                <a:spcPct val="101600"/>
              </a:lnSpc>
              <a:spcBef>
                <a:spcPts val="45"/>
              </a:spcBef>
            </a:pPr>
            <a:r>
              <a:rPr dirty="0" sz="2500" spc="-10">
                <a:latin typeface="Calibri"/>
                <a:cs typeface="Calibri"/>
              </a:rPr>
              <a:t>Web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development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process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creating websites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and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web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applications.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500">
              <a:latin typeface="Calibri"/>
              <a:cs typeface="Calibri"/>
            </a:endParaRPr>
          </a:p>
          <a:p>
            <a:pPr marL="12700" marR="524510">
              <a:lnSpc>
                <a:spcPct val="101699"/>
              </a:lnSpc>
            </a:pPr>
            <a:r>
              <a:rPr dirty="0" sz="2500">
                <a:latin typeface="Calibri"/>
                <a:cs typeface="Calibri"/>
              </a:rPr>
              <a:t>It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includes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both</a:t>
            </a:r>
            <a:r>
              <a:rPr dirty="0" sz="2500" spc="-20">
                <a:latin typeface="Calibri"/>
                <a:cs typeface="Calibri"/>
              </a:rPr>
              <a:t> Front-</a:t>
            </a:r>
            <a:r>
              <a:rPr dirty="0" sz="2500">
                <a:latin typeface="Calibri"/>
                <a:cs typeface="Calibri"/>
              </a:rPr>
              <a:t>End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(User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Interface) </a:t>
            </a:r>
            <a:r>
              <a:rPr dirty="0" sz="2500">
                <a:latin typeface="Calibri"/>
                <a:cs typeface="Calibri"/>
              </a:rPr>
              <a:t>and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Back-</a:t>
            </a:r>
            <a:r>
              <a:rPr dirty="0" sz="2500">
                <a:latin typeface="Calibri"/>
                <a:cs typeface="Calibri"/>
              </a:rPr>
              <a:t>End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(Server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Logic).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500">
              <a:latin typeface="Calibri"/>
              <a:cs typeface="Calibri"/>
            </a:endParaRPr>
          </a:p>
          <a:p>
            <a:pPr marL="12700" marR="5080">
              <a:lnSpc>
                <a:spcPct val="101600"/>
              </a:lnSpc>
            </a:pPr>
            <a:r>
              <a:rPr dirty="0" sz="2500" spc="-10">
                <a:latin typeface="Calibri"/>
                <a:cs typeface="Calibri"/>
              </a:rPr>
              <a:t>Web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developers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shape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way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experience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internet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every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day.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334125"/>
          </a:xfrm>
          <a:custGeom>
            <a:avLst/>
            <a:gdLst/>
            <a:ahLst/>
            <a:cxnLst/>
            <a:rect l="l" t="t" r="r" b="b"/>
            <a:pathLst>
              <a:path w="9144000" h="6334125">
                <a:moveTo>
                  <a:pt x="0" y="6333744"/>
                </a:moveTo>
                <a:lnTo>
                  <a:pt x="9144000" y="6333744"/>
                </a:lnTo>
                <a:lnTo>
                  <a:pt x="9144000" y="0"/>
                </a:lnTo>
                <a:lnTo>
                  <a:pt x="0" y="0"/>
                </a:lnTo>
                <a:lnTo>
                  <a:pt x="0" y="633374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4" name="object 4" descr="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896111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 h="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52726" y="388747"/>
            <a:ext cx="4285615" cy="1235075"/>
          </a:xfrm>
          <a:prstGeom prst="rect"/>
        </p:spPr>
        <p:txBody>
          <a:bodyPr wrap="square" lIns="0" tIns="114300" rIns="0" bIns="0" rtlCol="0" vert="horz">
            <a:spAutoFit/>
          </a:bodyPr>
          <a:lstStyle/>
          <a:p>
            <a:pPr marL="12700" marR="5080">
              <a:lnSpc>
                <a:spcPts val="4370"/>
              </a:lnSpc>
              <a:spcBef>
                <a:spcPts val="900"/>
              </a:spcBef>
            </a:pPr>
            <a:r>
              <a:rPr dirty="0" sz="4300" spc="-200"/>
              <a:t>Importance</a:t>
            </a:r>
            <a:r>
              <a:rPr dirty="0" sz="4300" spc="-459"/>
              <a:t> </a:t>
            </a:r>
            <a:r>
              <a:rPr dirty="0" sz="4300" spc="-65"/>
              <a:t>of</a:t>
            </a:r>
            <a:r>
              <a:rPr dirty="0" sz="4300" spc="-375"/>
              <a:t> </a:t>
            </a:r>
            <a:r>
              <a:rPr dirty="0" sz="4300" spc="-100"/>
              <a:t>Web </a:t>
            </a:r>
            <a:r>
              <a:rPr dirty="0" sz="4300" spc="-90"/>
              <a:t>Development</a:t>
            </a:r>
            <a:endParaRPr sz="4300"/>
          </a:p>
        </p:txBody>
      </p:sp>
      <p:grpSp>
        <p:nvGrpSpPr>
          <p:cNvPr id="8" name="object 8" descr=""/>
          <p:cNvGrpSpPr/>
          <p:nvPr/>
        </p:nvGrpSpPr>
        <p:grpSpPr>
          <a:xfrm>
            <a:off x="1057655" y="3172967"/>
            <a:ext cx="1036319" cy="1036319"/>
            <a:chOff x="1057655" y="3172967"/>
            <a:chExt cx="1036319" cy="1036319"/>
          </a:xfrm>
        </p:grpSpPr>
        <p:sp>
          <p:nvSpPr>
            <p:cNvPr id="9" name="object 9" descr=""/>
            <p:cNvSpPr/>
            <p:nvPr/>
          </p:nvSpPr>
          <p:spPr>
            <a:xfrm>
              <a:off x="1057655" y="3172967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518159" y="0"/>
                  </a:moveTo>
                  <a:lnTo>
                    <a:pt x="471002" y="2117"/>
                  </a:lnTo>
                  <a:lnTo>
                    <a:pt x="425030" y="8349"/>
                  </a:lnTo>
                  <a:lnTo>
                    <a:pt x="380426" y="18512"/>
                  </a:lnTo>
                  <a:lnTo>
                    <a:pt x="337373" y="32422"/>
                  </a:lnTo>
                  <a:lnTo>
                    <a:pt x="296054" y="49896"/>
                  </a:lnTo>
                  <a:lnTo>
                    <a:pt x="256652" y="70753"/>
                  </a:lnTo>
                  <a:lnTo>
                    <a:pt x="219351" y="94807"/>
                  </a:lnTo>
                  <a:lnTo>
                    <a:pt x="184332" y="121878"/>
                  </a:lnTo>
                  <a:lnTo>
                    <a:pt x="151780" y="151780"/>
                  </a:lnTo>
                  <a:lnTo>
                    <a:pt x="121878" y="184332"/>
                  </a:lnTo>
                  <a:lnTo>
                    <a:pt x="94807" y="219351"/>
                  </a:lnTo>
                  <a:lnTo>
                    <a:pt x="70753" y="256652"/>
                  </a:lnTo>
                  <a:lnTo>
                    <a:pt x="49896" y="296054"/>
                  </a:lnTo>
                  <a:lnTo>
                    <a:pt x="32422" y="337373"/>
                  </a:lnTo>
                  <a:lnTo>
                    <a:pt x="18512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60"/>
                  </a:lnTo>
                  <a:lnTo>
                    <a:pt x="2117" y="565317"/>
                  </a:lnTo>
                  <a:lnTo>
                    <a:pt x="8349" y="611289"/>
                  </a:lnTo>
                  <a:lnTo>
                    <a:pt x="18512" y="655893"/>
                  </a:lnTo>
                  <a:lnTo>
                    <a:pt x="32422" y="698946"/>
                  </a:lnTo>
                  <a:lnTo>
                    <a:pt x="49896" y="740265"/>
                  </a:lnTo>
                  <a:lnTo>
                    <a:pt x="70753" y="779667"/>
                  </a:lnTo>
                  <a:lnTo>
                    <a:pt x="94807" y="816968"/>
                  </a:lnTo>
                  <a:lnTo>
                    <a:pt x="121878" y="851987"/>
                  </a:lnTo>
                  <a:lnTo>
                    <a:pt x="151780" y="884539"/>
                  </a:lnTo>
                  <a:lnTo>
                    <a:pt x="184332" y="914441"/>
                  </a:lnTo>
                  <a:lnTo>
                    <a:pt x="219351" y="941512"/>
                  </a:lnTo>
                  <a:lnTo>
                    <a:pt x="256652" y="965566"/>
                  </a:lnTo>
                  <a:lnTo>
                    <a:pt x="296054" y="986423"/>
                  </a:lnTo>
                  <a:lnTo>
                    <a:pt x="337373" y="1003897"/>
                  </a:lnTo>
                  <a:lnTo>
                    <a:pt x="380426" y="1017807"/>
                  </a:lnTo>
                  <a:lnTo>
                    <a:pt x="425030" y="1027970"/>
                  </a:lnTo>
                  <a:lnTo>
                    <a:pt x="471002" y="1034202"/>
                  </a:lnTo>
                  <a:lnTo>
                    <a:pt x="518159" y="1036320"/>
                  </a:lnTo>
                  <a:lnTo>
                    <a:pt x="565317" y="1034202"/>
                  </a:lnTo>
                  <a:lnTo>
                    <a:pt x="611289" y="1027970"/>
                  </a:lnTo>
                  <a:lnTo>
                    <a:pt x="655893" y="1017807"/>
                  </a:lnTo>
                  <a:lnTo>
                    <a:pt x="698946" y="1003897"/>
                  </a:lnTo>
                  <a:lnTo>
                    <a:pt x="740265" y="986423"/>
                  </a:lnTo>
                  <a:lnTo>
                    <a:pt x="779667" y="965566"/>
                  </a:lnTo>
                  <a:lnTo>
                    <a:pt x="816968" y="941512"/>
                  </a:lnTo>
                  <a:lnTo>
                    <a:pt x="851987" y="914441"/>
                  </a:lnTo>
                  <a:lnTo>
                    <a:pt x="884539" y="884539"/>
                  </a:lnTo>
                  <a:lnTo>
                    <a:pt x="914441" y="851987"/>
                  </a:lnTo>
                  <a:lnTo>
                    <a:pt x="941512" y="816968"/>
                  </a:lnTo>
                  <a:lnTo>
                    <a:pt x="965566" y="779667"/>
                  </a:lnTo>
                  <a:lnTo>
                    <a:pt x="986423" y="740265"/>
                  </a:lnTo>
                  <a:lnTo>
                    <a:pt x="1003897" y="698946"/>
                  </a:lnTo>
                  <a:lnTo>
                    <a:pt x="1017807" y="655893"/>
                  </a:lnTo>
                  <a:lnTo>
                    <a:pt x="1027970" y="611289"/>
                  </a:lnTo>
                  <a:lnTo>
                    <a:pt x="1034202" y="565317"/>
                  </a:lnTo>
                  <a:lnTo>
                    <a:pt x="1036319" y="518160"/>
                  </a:lnTo>
                  <a:lnTo>
                    <a:pt x="1034202" y="471002"/>
                  </a:lnTo>
                  <a:lnTo>
                    <a:pt x="1027970" y="425030"/>
                  </a:lnTo>
                  <a:lnTo>
                    <a:pt x="1017807" y="380426"/>
                  </a:lnTo>
                  <a:lnTo>
                    <a:pt x="1003897" y="337373"/>
                  </a:lnTo>
                  <a:lnTo>
                    <a:pt x="986423" y="296054"/>
                  </a:lnTo>
                  <a:lnTo>
                    <a:pt x="965566" y="256652"/>
                  </a:lnTo>
                  <a:lnTo>
                    <a:pt x="941512" y="219351"/>
                  </a:lnTo>
                  <a:lnTo>
                    <a:pt x="914441" y="184332"/>
                  </a:lnTo>
                  <a:lnTo>
                    <a:pt x="884539" y="151780"/>
                  </a:lnTo>
                  <a:lnTo>
                    <a:pt x="851987" y="121878"/>
                  </a:lnTo>
                  <a:lnTo>
                    <a:pt x="816968" y="94807"/>
                  </a:lnTo>
                  <a:lnTo>
                    <a:pt x="779667" y="70753"/>
                  </a:lnTo>
                  <a:lnTo>
                    <a:pt x="740265" y="49896"/>
                  </a:lnTo>
                  <a:lnTo>
                    <a:pt x="698946" y="32422"/>
                  </a:lnTo>
                  <a:lnTo>
                    <a:pt x="655893" y="18512"/>
                  </a:lnTo>
                  <a:lnTo>
                    <a:pt x="611289" y="8349"/>
                  </a:lnTo>
                  <a:lnTo>
                    <a:pt x="565317" y="2117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111" y="3392423"/>
              <a:ext cx="597407" cy="59740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774598" y="4497451"/>
            <a:ext cx="1609725" cy="3733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00965" marR="5080" indent="-88900">
              <a:lnSpc>
                <a:spcPts val="1300"/>
              </a:lnSpc>
              <a:spcBef>
                <a:spcPts val="259"/>
              </a:spcBef>
              <a:buChar char="•"/>
              <a:tabLst>
                <a:tab pos="100965" algn="l"/>
                <a:tab pos="121920" algn="l"/>
              </a:tabLst>
            </a:pPr>
            <a:r>
              <a:rPr dirty="0" sz="1200">
                <a:latin typeface="Calibri"/>
                <a:cs typeface="Calibri"/>
              </a:rPr>
              <a:t>	EVERY BUSINESS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NEEDS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PRESENCE.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054095" y="3172967"/>
            <a:ext cx="1036319" cy="1036319"/>
            <a:chOff x="3054095" y="3172967"/>
            <a:chExt cx="1036319" cy="1036319"/>
          </a:xfrm>
        </p:grpSpPr>
        <p:sp>
          <p:nvSpPr>
            <p:cNvPr id="13" name="object 13" descr=""/>
            <p:cNvSpPr/>
            <p:nvPr/>
          </p:nvSpPr>
          <p:spPr>
            <a:xfrm>
              <a:off x="3054095" y="3172967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59" y="0"/>
                  </a:moveTo>
                  <a:lnTo>
                    <a:pt x="471002" y="2117"/>
                  </a:lnTo>
                  <a:lnTo>
                    <a:pt x="425030" y="8349"/>
                  </a:lnTo>
                  <a:lnTo>
                    <a:pt x="380426" y="18512"/>
                  </a:lnTo>
                  <a:lnTo>
                    <a:pt x="337373" y="32422"/>
                  </a:lnTo>
                  <a:lnTo>
                    <a:pt x="296054" y="49896"/>
                  </a:lnTo>
                  <a:lnTo>
                    <a:pt x="256652" y="70753"/>
                  </a:lnTo>
                  <a:lnTo>
                    <a:pt x="219351" y="94807"/>
                  </a:lnTo>
                  <a:lnTo>
                    <a:pt x="184332" y="121878"/>
                  </a:lnTo>
                  <a:lnTo>
                    <a:pt x="151780" y="151780"/>
                  </a:lnTo>
                  <a:lnTo>
                    <a:pt x="121878" y="184332"/>
                  </a:lnTo>
                  <a:lnTo>
                    <a:pt x="94807" y="219351"/>
                  </a:lnTo>
                  <a:lnTo>
                    <a:pt x="70753" y="256652"/>
                  </a:lnTo>
                  <a:lnTo>
                    <a:pt x="49896" y="296054"/>
                  </a:lnTo>
                  <a:lnTo>
                    <a:pt x="32422" y="337373"/>
                  </a:lnTo>
                  <a:lnTo>
                    <a:pt x="18512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60"/>
                  </a:lnTo>
                  <a:lnTo>
                    <a:pt x="2117" y="565317"/>
                  </a:lnTo>
                  <a:lnTo>
                    <a:pt x="8349" y="611289"/>
                  </a:lnTo>
                  <a:lnTo>
                    <a:pt x="18512" y="655893"/>
                  </a:lnTo>
                  <a:lnTo>
                    <a:pt x="32422" y="698946"/>
                  </a:lnTo>
                  <a:lnTo>
                    <a:pt x="49896" y="740265"/>
                  </a:lnTo>
                  <a:lnTo>
                    <a:pt x="70753" y="779667"/>
                  </a:lnTo>
                  <a:lnTo>
                    <a:pt x="94807" y="816968"/>
                  </a:lnTo>
                  <a:lnTo>
                    <a:pt x="121878" y="851987"/>
                  </a:lnTo>
                  <a:lnTo>
                    <a:pt x="151780" y="884539"/>
                  </a:lnTo>
                  <a:lnTo>
                    <a:pt x="184332" y="914441"/>
                  </a:lnTo>
                  <a:lnTo>
                    <a:pt x="219351" y="941512"/>
                  </a:lnTo>
                  <a:lnTo>
                    <a:pt x="256652" y="965566"/>
                  </a:lnTo>
                  <a:lnTo>
                    <a:pt x="296054" y="986423"/>
                  </a:lnTo>
                  <a:lnTo>
                    <a:pt x="337373" y="1003897"/>
                  </a:lnTo>
                  <a:lnTo>
                    <a:pt x="380426" y="1017807"/>
                  </a:lnTo>
                  <a:lnTo>
                    <a:pt x="425030" y="1027970"/>
                  </a:lnTo>
                  <a:lnTo>
                    <a:pt x="471002" y="1034202"/>
                  </a:lnTo>
                  <a:lnTo>
                    <a:pt x="518159" y="1036320"/>
                  </a:lnTo>
                  <a:lnTo>
                    <a:pt x="565317" y="1034202"/>
                  </a:lnTo>
                  <a:lnTo>
                    <a:pt x="611289" y="1027970"/>
                  </a:lnTo>
                  <a:lnTo>
                    <a:pt x="655893" y="1017807"/>
                  </a:lnTo>
                  <a:lnTo>
                    <a:pt x="698946" y="1003897"/>
                  </a:lnTo>
                  <a:lnTo>
                    <a:pt x="740265" y="986423"/>
                  </a:lnTo>
                  <a:lnTo>
                    <a:pt x="779667" y="965566"/>
                  </a:lnTo>
                  <a:lnTo>
                    <a:pt x="816968" y="941512"/>
                  </a:lnTo>
                  <a:lnTo>
                    <a:pt x="851987" y="914441"/>
                  </a:lnTo>
                  <a:lnTo>
                    <a:pt x="884539" y="884539"/>
                  </a:lnTo>
                  <a:lnTo>
                    <a:pt x="914441" y="851987"/>
                  </a:lnTo>
                  <a:lnTo>
                    <a:pt x="941512" y="816968"/>
                  </a:lnTo>
                  <a:lnTo>
                    <a:pt x="965566" y="779667"/>
                  </a:lnTo>
                  <a:lnTo>
                    <a:pt x="986423" y="740265"/>
                  </a:lnTo>
                  <a:lnTo>
                    <a:pt x="1003897" y="698946"/>
                  </a:lnTo>
                  <a:lnTo>
                    <a:pt x="1017807" y="655893"/>
                  </a:lnTo>
                  <a:lnTo>
                    <a:pt x="1027970" y="611289"/>
                  </a:lnTo>
                  <a:lnTo>
                    <a:pt x="1034202" y="565317"/>
                  </a:lnTo>
                  <a:lnTo>
                    <a:pt x="1036319" y="518160"/>
                  </a:lnTo>
                  <a:lnTo>
                    <a:pt x="1034202" y="471002"/>
                  </a:lnTo>
                  <a:lnTo>
                    <a:pt x="1027970" y="425030"/>
                  </a:lnTo>
                  <a:lnTo>
                    <a:pt x="1017807" y="380426"/>
                  </a:lnTo>
                  <a:lnTo>
                    <a:pt x="1003897" y="337373"/>
                  </a:lnTo>
                  <a:lnTo>
                    <a:pt x="986423" y="296054"/>
                  </a:lnTo>
                  <a:lnTo>
                    <a:pt x="965566" y="256652"/>
                  </a:lnTo>
                  <a:lnTo>
                    <a:pt x="941512" y="219351"/>
                  </a:lnTo>
                  <a:lnTo>
                    <a:pt x="914441" y="184332"/>
                  </a:lnTo>
                  <a:lnTo>
                    <a:pt x="884539" y="151780"/>
                  </a:lnTo>
                  <a:lnTo>
                    <a:pt x="851987" y="121878"/>
                  </a:lnTo>
                  <a:lnTo>
                    <a:pt x="816968" y="94807"/>
                  </a:lnTo>
                  <a:lnTo>
                    <a:pt x="779667" y="70753"/>
                  </a:lnTo>
                  <a:lnTo>
                    <a:pt x="740265" y="49896"/>
                  </a:lnTo>
                  <a:lnTo>
                    <a:pt x="698946" y="32422"/>
                  </a:lnTo>
                  <a:lnTo>
                    <a:pt x="655893" y="18512"/>
                  </a:lnTo>
                  <a:lnTo>
                    <a:pt x="611289" y="8349"/>
                  </a:lnTo>
                  <a:lnTo>
                    <a:pt x="565317" y="2117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8555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9" y="3392423"/>
              <a:ext cx="594360" cy="597407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714625" y="4497451"/>
            <a:ext cx="1717675" cy="5410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341630">
              <a:lnSpc>
                <a:spcPct val="90800"/>
              </a:lnSpc>
              <a:spcBef>
                <a:spcPts val="229"/>
              </a:spcBef>
              <a:buChar char="•"/>
              <a:tabLst>
                <a:tab pos="354330" algn="l"/>
              </a:tabLst>
            </a:pP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DEVELOPERS </a:t>
            </a:r>
            <a:r>
              <a:rPr dirty="0" sz="1200" spc="-2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APPS,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DIGITAL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EXPERIENCES.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53584" y="3172967"/>
            <a:ext cx="1036319" cy="1036319"/>
            <a:chOff x="5053584" y="3172967"/>
            <a:chExt cx="1036319" cy="1036319"/>
          </a:xfrm>
        </p:grpSpPr>
        <p:sp>
          <p:nvSpPr>
            <p:cNvPr id="17" name="object 17" descr=""/>
            <p:cNvSpPr/>
            <p:nvPr/>
          </p:nvSpPr>
          <p:spPr>
            <a:xfrm>
              <a:off x="5053584" y="3172967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60" y="0"/>
                  </a:moveTo>
                  <a:lnTo>
                    <a:pt x="471002" y="2117"/>
                  </a:lnTo>
                  <a:lnTo>
                    <a:pt x="425030" y="8349"/>
                  </a:lnTo>
                  <a:lnTo>
                    <a:pt x="380426" y="18512"/>
                  </a:lnTo>
                  <a:lnTo>
                    <a:pt x="337373" y="32422"/>
                  </a:lnTo>
                  <a:lnTo>
                    <a:pt x="296054" y="49896"/>
                  </a:lnTo>
                  <a:lnTo>
                    <a:pt x="256652" y="70753"/>
                  </a:lnTo>
                  <a:lnTo>
                    <a:pt x="219351" y="94807"/>
                  </a:lnTo>
                  <a:lnTo>
                    <a:pt x="184332" y="121878"/>
                  </a:lnTo>
                  <a:lnTo>
                    <a:pt x="151780" y="151780"/>
                  </a:lnTo>
                  <a:lnTo>
                    <a:pt x="121878" y="184332"/>
                  </a:lnTo>
                  <a:lnTo>
                    <a:pt x="94807" y="219351"/>
                  </a:lnTo>
                  <a:lnTo>
                    <a:pt x="70753" y="256652"/>
                  </a:lnTo>
                  <a:lnTo>
                    <a:pt x="49896" y="296054"/>
                  </a:lnTo>
                  <a:lnTo>
                    <a:pt x="32422" y="337373"/>
                  </a:lnTo>
                  <a:lnTo>
                    <a:pt x="18512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60"/>
                  </a:lnTo>
                  <a:lnTo>
                    <a:pt x="2117" y="565317"/>
                  </a:lnTo>
                  <a:lnTo>
                    <a:pt x="8349" y="611289"/>
                  </a:lnTo>
                  <a:lnTo>
                    <a:pt x="18512" y="655893"/>
                  </a:lnTo>
                  <a:lnTo>
                    <a:pt x="32422" y="698946"/>
                  </a:lnTo>
                  <a:lnTo>
                    <a:pt x="49896" y="740265"/>
                  </a:lnTo>
                  <a:lnTo>
                    <a:pt x="70753" y="779667"/>
                  </a:lnTo>
                  <a:lnTo>
                    <a:pt x="94807" y="816968"/>
                  </a:lnTo>
                  <a:lnTo>
                    <a:pt x="121878" y="851987"/>
                  </a:lnTo>
                  <a:lnTo>
                    <a:pt x="151780" y="884539"/>
                  </a:lnTo>
                  <a:lnTo>
                    <a:pt x="184332" y="914441"/>
                  </a:lnTo>
                  <a:lnTo>
                    <a:pt x="219351" y="941512"/>
                  </a:lnTo>
                  <a:lnTo>
                    <a:pt x="256652" y="965566"/>
                  </a:lnTo>
                  <a:lnTo>
                    <a:pt x="296054" y="986423"/>
                  </a:lnTo>
                  <a:lnTo>
                    <a:pt x="337373" y="1003897"/>
                  </a:lnTo>
                  <a:lnTo>
                    <a:pt x="380426" y="1017807"/>
                  </a:lnTo>
                  <a:lnTo>
                    <a:pt x="425030" y="1027970"/>
                  </a:lnTo>
                  <a:lnTo>
                    <a:pt x="471002" y="1034202"/>
                  </a:lnTo>
                  <a:lnTo>
                    <a:pt x="518160" y="1036320"/>
                  </a:lnTo>
                  <a:lnTo>
                    <a:pt x="565317" y="1034202"/>
                  </a:lnTo>
                  <a:lnTo>
                    <a:pt x="611289" y="1027970"/>
                  </a:lnTo>
                  <a:lnTo>
                    <a:pt x="655893" y="1017807"/>
                  </a:lnTo>
                  <a:lnTo>
                    <a:pt x="698946" y="1003897"/>
                  </a:lnTo>
                  <a:lnTo>
                    <a:pt x="740265" y="986423"/>
                  </a:lnTo>
                  <a:lnTo>
                    <a:pt x="779667" y="965566"/>
                  </a:lnTo>
                  <a:lnTo>
                    <a:pt x="816968" y="941512"/>
                  </a:lnTo>
                  <a:lnTo>
                    <a:pt x="851987" y="914441"/>
                  </a:lnTo>
                  <a:lnTo>
                    <a:pt x="884539" y="884539"/>
                  </a:lnTo>
                  <a:lnTo>
                    <a:pt x="914441" y="851987"/>
                  </a:lnTo>
                  <a:lnTo>
                    <a:pt x="941512" y="816968"/>
                  </a:lnTo>
                  <a:lnTo>
                    <a:pt x="965566" y="779667"/>
                  </a:lnTo>
                  <a:lnTo>
                    <a:pt x="986423" y="740265"/>
                  </a:lnTo>
                  <a:lnTo>
                    <a:pt x="1003897" y="698946"/>
                  </a:lnTo>
                  <a:lnTo>
                    <a:pt x="1017807" y="655893"/>
                  </a:lnTo>
                  <a:lnTo>
                    <a:pt x="1027970" y="611289"/>
                  </a:lnTo>
                  <a:lnTo>
                    <a:pt x="1034202" y="565317"/>
                  </a:lnTo>
                  <a:lnTo>
                    <a:pt x="1036319" y="518160"/>
                  </a:lnTo>
                  <a:lnTo>
                    <a:pt x="1034202" y="471002"/>
                  </a:lnTo>
                  <a:lnTo>
                    <a:pt x="1027970" y="425030"/>
                  </a:lnTo>
                  <a:lnTo>
                    <a:pt x="1017807" y="380426"/>
                  </a:lnTo>
                  <a:lnTo>
                    <a:pt x="1003897" y="337373"/>
                  </a:lnTo>
                  <a:lnTo>
                    <a:pt x="986423" y="296054"/>
                  </a:lnTo>
                  <a:lnTo>
                    <a:pt x="965566" y="256652"/>
                  </a:lnTo>
                  <a:lnTo>
                    <a:pt x="941512" y="219351"/>
                  </a:lnTo>
                  <a:lnTo>
                    <a:pt x="914441" y="184332"/>
                  </a:lnTo>
                  <a:lnTo>
                    <a:pt x="884539" y="151780"/>
                  </a:lnTo>
                  <a:lnTo>
                    <a:pt x="851987" y="121878"/>
                  </a:lnTo>
                  <a:lnTo>
                    <a:pt x="816968" y="94807"/>
                  </a:lnTo>
                  <a:lnTo>
                    <a:pt x="779667" y="70753"/>
                  </a:lnTo>
                  <a:lnTo>
                    <a:pt x="740265" y="49896"/>
                  </a:lnTo>
                  <a:lnTo>
                    <a:pt x="698946" y="32422"/>
                  </a:lnTo>
                  <a:lnTo>
                    <a:pt x="655893" y="18512"/>
                  </a:lnTo>
                  <a:lnTo>
                    <a:pt x="611289" y="8349"/>
                  </a:lnTo>
                  <a:lnTo>
                    <a:pt x="565317" y="2117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9B835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40" y="3392423"/>
              <a:ext cx="594360" cy="597407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4776596" y="4497451"/>
            <a:ext cx="1595755" cy="5410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2555" marR="5080" indent="-109855">
              <a:lnSpc>
                <a:spcPts val="1300"/>
              </a:lnSpc>
              <a:spcBef>
                <a:spcPts val="259"/>
              </a:spcBef>
              <a:buChar char="•"/>
              <a:tabLst>
                <a:tab pos="235585" algn="l"/>
              </a:tabLst>
            </a:pP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CAREER </a:t>
            </a:r>
            <a:r>
              <a:rPr dirty="0" sz="1200" spc="-10">
                <a:latin typeface="Calibri"/>
                <a:cs typeface="Calibri"/>
              </a:rPr>
              <a:t>DEMAND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DIGITAL</a:t>
            </a:r>
            <a:endParaRPr sz="1200">
              <a:latin typeface="Calibri"/>
              <a:cs typeface="Calibri"/>
            </a:endParaRPr>
          </a:p>
          <a:p>
            <a:pPr marL="503555">
              <a:lnSpc>
                <a:spcPts val="1295"/>
              </a:lnSpc>
            </a:pPr>
            <a:r>
              <a:rPr dirty="0" sz="1200" spc="-10">
                <a:latin typeface="Calibri"/>
                <a:cs typeface="Calibri"/>
              </a:rPr>
              <a:t>SECTORS.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050023" y="3172967"/>
            <a:ext cx="1036319" cy="1036319"/>
            <a:chOff x="7050023" y="3172967"/>
            <a:chExt cx="1036319" cy="1036319"/>
          </a:xfrm>
        </p:grpSpPr>
        <p:sp>
          <p:nvSpPr>
            <p:cNvPr id="21" name="object 21" descr=""/>
            <p:cNvSpPr/>
            <p:nvPr/>
          </p:nvSpPr>
          <p:spPr>
            <a:xfrm>
              <a:off x="7050023" y="3172967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59" y="0"/>
                  </a:moveTo>
                  <a:lnTo>
                    <a:pt x="471002" y="2117"/>
                  </a:lnTo>
                  <a:lnTo>
                    <a:pt x="425030" y="8349"/>
                  </a:lnTo>
                  <a:lnTo>
                    <a:pt x="380426" y="18512"/>
                  </a:lnTo>
                  <a:lnTo>
                    <a:pt x="337373" y="32422"/>
                  </a:lnTo>
                  <a:lnTo>
                    <a:pt x="296054" y="49896"/>
                  </a:lnTo>
                  <a:lnTo>
                    <a:pt x="256652" y="70753"/>
                  </a:lnTo>
                  <a:lnTo>
                    <a:pt x="219351" y="94807"/>
                  </a:lnTo>
                  <a:lnTo>
                    <a:pt x="184332" y="121878"/>
                  </a:lnTo>
                  <a:lnTo>
                    <a:pt x="151780" y="151780"/>
                  </a:lnTo>
                  <a:lnTo>
                    <a:pt x="121878" y="184332"/>
                  </a:lnTo>
                  <a:lnTo>
                    <a:pt x="94807" y="219351"/>
                  </a:lnTo>
                  <a:lnTo>
                    <a:pt x="70753" y="256652"/>
                  </a:lnTo>
                  <a:lnTo>
                    <a:pt x="49896" y="296054"/>
                  </a:lnTo>
                  <a:lnTo>
                    <a:pt x="32422" y="337373"/>
                  </a:lnTo>
                  <a:lnTo>
                    <a:pt x="18512" y="380426"/>
                  </a:lnTo>
                  <a:lnTo>
                    <a:pt x="8349" y="425030"/>
                  </a:lnTo>
                  <a:lnTo>
                    <a:pt x="2117" y="471002"/>
                  </a:lnTo>
                  <a:lnTo>
                    <a:pt x="0" y="518160"/>
                  </a:lnTo>
                  <a:lnTo>
                    <a:pt x="2117" y="565317"/>
                  </a:lnTo>
                  <a:lnTo>
                    <a:pt x="8349" y="611289"/>
                  </a:lnTo>
                  <a:lnTo>
                    <a:pt x="18512" y="655893"/>
                  </a:lnTo>
                  <a:lnTo>
                    <a:pt x="32422" y="698946"/>
                  </a:lnTo>
                  <a:lnTo>
                    <a:pt x="49896" y="740265"/>
                  </a:lnTo>
                  <a:lnTo>
                    <a:pt x="70753" y="779667"/>
                  </a:lnTo>
                  <a:lnTo>
                    <a:pt x="94807" y="816968"/>
                  </a:lnTo>
                  <a:lnTo>
                    <a:pt x="121878" y="851987"/>
                  </a:lnTo>
                  <a:lnTo>
                    <a:pt x="151780" y="884539"/>
                  </a:lnTo>
                  <a:lnTo>
                    <a:pt x="184332" y="914441"/>
                  </a:lnTo>
                  <a:lnTo>
                    <a:pt x="219351" y="941512"/>
                  </a:lnTo>
                  <a:lnTo>
                    <a:pt x="256652" y="965566"/>
                  </a:lnTo>
                  <a:lnTo>
                    <a:pt x="296054" y="986423"/>
                  </a:lnTo>
                  <a:lnTo>
                    <a:pt x="337373" y="1003897"/>
                  </a:lnTo>
                  <a:lnTo>
                    <a:pt x="380426" y="1017807"/>
                  </a:lnTo>
                  <a:lnTo>
                    <a:pt x="425030" y="1027970"/>
                  </a:lnTo>
                  <a:lnTo>
                    <a:pt x="471002" y="1034202"/>
                  </a:lnTo>
                  <a:lnTo>
                    <a:pt x="518159" y="1036320"/>
                  </a:lnTo>
                  <a:lnTo>
                    <a:pt x="565317" y="1034202"/>
                  </a:lnTo>
                  <a:lnTo>
                    <a:pt x="611289" y="1027970"/>
                  </a:lnTo>
                  <a:lnTo>
                    <a:pt x="655893" y="1017807"/>
                  </a:lnTo>
                  <a:lnTo>
                    <a:pt x="698946" y="1003897"/>
                  </a:lnTo>
                  <a:lnTo>
                    <a:pt x="740265" y="986423"/>
                  </a:lnTo>
                  <a:lnTo>
                    <a:pt x="779667" y="965566"/>
                  </a:lnTo>
                  <a:lnTo>
                    <a:pt x="816968" y="941512"/>
                  </a:lnTo>
                  <a:lnTo>
                    <a:pt x="851987" y="914441"/>
                  </a:lnTo>
                  <a:lnTo>
                    <a:pt x="884539" y="884539"/>
                  </a:lnTo>
                  <a:lnTo>
                    <a:pt x="914441" y="851987"/>
                  </a:lnTo>
                  <a:lnTo>
                    <a:pt x="941512" y="816968"/>
                  </a:lnTo>
                  <a:lnTo>
                    <a:pt x="965566" y="779667"/>
                  </a:lnTo>
                  <a:lnTo>
                    <a:pt x="986423" y="740265"/>
                  </a:lnTo>
                  <a:lnTo>
                    <a:pt x="1003897" y="698946"/>
                  </a:lnTo>
                  <a:lnTo>
                    <a:pt x="1017807" y="655893"/>
                  </a:lnTo>
                  <a:lnTo>
                    <a:pt x="1027970" y="611289"/>
                  </a:lnTo>
                  <a:lnTo>
                    <a:pt x="1034202" y="565317"/>
                  </a:lnTo>
                  <a:lnTo>
                    <a:pt x="1036320" y="518160"/>
                  </a:lnTo>
                  <a:lnTo>
                    <a:pt x="1034202" y="471002"/>
                  </a:lnTo>
                  <a:lnTo>
                    <a:pt x="1027970" y="425030"/>
                  </a:lnTo>
                  <a:lnTo>
                    <a:pt x="1017807" y="380426"/>
                  </a:lnTo>
                  <a:lnTo>
                    <a:pt x="1003897" y="337373"/>
                  </a:lnTo>
                  <a:lnTo>
                    <a:pt x="986423" y="296054"/>
                  </a:lnTo>
                  <a:lnTo>
                    <a:pt x="965566" y="256652"/>
                  </a:lnTo>
                  <a:lnTo>
                    <a:pt x="941512" y="219351"/>
                  </a:lnTo>
                  <a:lnTo>
                    <a:pt x="914441" y="184332"/>
                  </a:lnTo>
                  <a:lnTo>
                    <a:pt x="884539" y="151780"/>
                  </a:lnTo>
                  <a:lnTo>
                    <a:pt x="851987" y="121878"/>
                  </a:lnTo>
                  <a:lnTo>
                    <a:pt x="816968" y="94807"/>
                  </a:lnTo>
                  <a:lnTo>
                    <a:pt x="779667" y="70753"/>
                  </a:lnTo>
                  <a:lnTo>
                    <a:pt x="740265" y="49896"/>
                  </a:lnTo>
                  <a:lnTo>
                    <a:pt x="698946" y="32422"/>
                  </a:lnTo>
                  <a:lnTo>
                    <a:pt x="655893" y="18512"/>
                  </a:lnTo>
                  <a:lnTo>
                    <a:pt x="611289" y="8349"/>
                  </a:lnTo>
                  <a:lnTo>
                    <a:pt x="565317" y="2117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C2BB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79" y="3392423"/>
              <a:ext cx="597407" cy="597407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762368" y="4497451"/>
            <a:ext cx="1611630" cy="3733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70485" marR="5080" indent="-58419">
              <a:lnSpc>
                <a:spcPts val="1300"/>
              </a:lnSpc>
              <a:spcBef>
                <a:spcPts val="259"/>
              </a:spcBef>
              <a:buChar char="•"/>
              <a:tabLst>
                <a:tab pos="70485" algn="l"/>
                <a:tab pos="121920" algn="l"/>
              </a:tabLst>
            </a:pPr>
            <a:r>
              <a:rPr dirty="0" sz="120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SHAPING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DIGITAL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ECONOMY.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7"/>
            <a:ext cx="9144000" cy="6858000"/>
            <a:chOff x="0" y="57"/>
            <a:chExt cx="9144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896111" y="1737359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 h="0">
                  <a:moveTo>
                    <a:pt x="0" y="0"/>
                  </a:moveTo>
                  <a:lnTo>
                    <a:pt x="7475219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"/>
              <a:ext cx="9144000" cy="685787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96111" y="1737359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 h="0">
                  <a:moveTo>
                    <a:pt x="0" y="0"/>
                  </a:moveTo>
                  <a:lnTo>
                    <a:pt x="7475219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Career</a:t>
            </a:r>
            <a:r>
              <a:rPr dirty="0" spc="-500"/>
              <a:t> </a:t>
            </a:r>
            <a:r>
              <a:rPr dirty="0" spc="-70"/>
              <a:t>Opportunities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50"/>
              </a:spcBef>
              <a:buChar char="•"/>
              <a:tabLst>
                <a:tab pos="194310" algn="l"/>
              </a:tabLst>
            </a:pPr>
            <a:r>
              <a:rPr dirty="0"/>
              <a:t>Web</a:t>
            </a:r>
            <a:r>
              <a:rPr dirty="0" spc="-45"/>
              <a:t> </a:t>
            </a:r>
            <a:r>
              <a:rPr dirty="0"/>
              <a:t>Developer</a:t>
            </a:r>
            <a:r>
              <a:rPr dirty="0" spc="-40"/>
              <a:t> </a:t>
            </a:r>
            <a:r>
              <a:rPr dirty="0"/>
              <a:t>/</a:t>
            </a:r>
            <a:r>
              <a:rPr dirty="0" spc="-80"/>
              <a:t> </a:t>
            </a:r>
            <a:r>
              <a:rPr dirty="0" spc="-10"/>
              <a:t>Front-</a:t>
            </a:r>
            <a:r>
              <a:rPr dirty="0"/>
              <a:t>End</a:t>
            </a:r>
            <a:r>
              <a:rPr dirty="0" spc="-60"/>
              <a:t> </a:t>
            </a:r>
            <a:r>
              <a:rPr dirty="0" spc="-10"/>
              <a:t>Developer</a:t>
            </a:r>
          </a:p>
          <a:p>
            <a:pPr marL="193675" indent="-180975">
              <a:lnSpc>
                <a:spcPct val="100000"/>
              </a:lnSpc>
              <a:spcBef>
                <a:spcPts val="1150"/>
              </a:spcBef>
              <a:buChar char="•"/>
              <a:tabLst>
                <a:tab pos="193675" algn="l"/>
              </a:tabLst>
            </a:pPr>
            <a:r>
              <a:rPr dirty="0"/>
              <a:t>UI/UX</a:t>
            </a:r>
            <a:r>
              <a:rPr dirty="0" spc="-35"/>
              <a:t> </a:t>
            </a:r>
            <a:r>
              <a:rPr dirty="0" spc="-10"/>
              <a:t>Designer</a:t>
            </a: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Char char="•"/>
              <a:tabLst>
                <a:tab pos="194310" algn="l"/>
              </a:tabLst>
            </a:pPr>
            <a:r>
              <a:rPr dirty="0" spc="-10"/>
              <a:t>Back-</a:t>
            </a:r>
            <a:r>
              <a:rPr dirty="0"/>
              <a:t>End </a:t>
            </a:r>
            <a:r>
              <a:rPr dirty="0" spc="-10"/>
              <a:t>Developer</a:t>
            </a:r>
          </a:p>
          <a:p>
            <a:pPr marL="194310" indent="-181610">
              <a:lnSpc>
                <a:spcPct val="100000"/>
              </a:lnSpc>
              <a:spcBef>
                <a:spcPts val="1150"/>
              </a:spcBef>
              <a:buChar char="•"/>
              <a:tabLst>
                <a:tab pos="194310" algn="l"/>
              </a:tabLst>
            </a:pPr>
            <a:r>
              <a:rPr dirty="0" spc="-10"/>
              <a:t>Full-</a:t>
            </a:r>
            <a:r>
              <a:rPr dirty="0"/>
              <a:t>Stack</a:t>
            </a:r>
            <a:r>
              <a:rPr dirty="0" spc="-15"/>
              <a:t> </a:t>
            </a:r>
            <a:r>
              <a:rPr dirty="0" spc="-10"/>
              <a:t>Engineer</a:t>
            </a:r>
          </a:p>
          <a:p>
            <a:pPr marL="193675" indent="-180975">
              <a:lnSpc>
                <a:spcPct val="100000"/>
              </a:lnSpc>
              <a:spcBef>
                <a:spcPts val="1155"/>
              </a:spcBef>
              <a:buChar char="•"/>
              <a:tabLst>
                <a:tab pos="193675" algn="l"/>
              </a:tabLst>
            </a:pPr>
            <a:r>
              <a:rPr dirty="0"/>
              <a:t>Freelance</a:t>
            </a:r>
            <a:r>
              <a:rPr dirty="0" spc="-60"/>
              <a:t> </a:t>
            </a:r>
            <a:r>
              <a:rPr dirty="0" spc="-10"/>
              <a:t>Web</a:t>
            </a:r>
            <a:r>
              <a:rPr dirty="0" spc="-75"/>
              <a:t> </a:t>
            </a:r>
            <a:r>
              <a:rPr dirty="0"/>
              <a:t>Developer</a:t>
            </a:r>
            <a:r>
              <a:rPr dirty="0" spc="-50"/>
              <a:t> </a:t>
            </a:r>
            <a:r>
              <a:rPr dirty="0"/>
              <a:t>/</a:t>
            </a:r>
            <a:r>
              <a:rPr dirty="0" spc="-80"/>
              <a:t> </a:t>
            </a:r>
            <a:r>
              <a:rPr dirty="0" spc="-10"/>
              <a:t>Designer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9" name="object 9" descr="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How</a:t>
            </a:r>
            <a:r>
              <a:rPr dirty="0" spc="-475"/>
              <a:t> </a:t>
            </a:r>
            <a:r>
              <a:rPr dirty="0" spc="-40"/>
              <a:t>to</a:t>
            </a:r>
            <a:r>
              <a:rPr dirty="0" spc="-450"/>
              <a:t> </a:t>
            </a:r>
            <a:r>
              <a:rPr dirty="0" spc="-30"/>
              <a:t>Start</a:t>
            </a:r>
            <a:r>
              <a:rPr dirty="0" spc="-500"/>
              <a:t> </a:t>
            </a:r>
            <a:r>
              <a:rPr dirty="0" spc="-165"/>
              <a:t>Your</a:t>
            </a:r>
            <a:r>
              <a:rPr dirty="0" spc="-495"/>
              <a:t> </a:t>
            </a:r>
            <a:r>
              <a:rPr dirty="0" spc="-120"/>
              <a:t>Career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22960" y="2429255"/>
            <a:ext cx="2649855" cy="1320165"/>
            <a:chOff x="822960" y="2429255"/>
            <a:chExt cx="2649855" cy="1320165"/>
          </a:xfrm>
        </p:grpSpPr>
        <p:sp>
          <p:nvSpPr>
            <p:cNvPr id="4" name="object 4" descr=""/>
            <p:cNvSpPr/>
            <p:nvPr/>
          </p:nvSpPr>
          <p:spPr>
            <a:xfrm>
              <a:off x="830580" y="2436875"/>
              <a:ext cx="2642235" cy="1304925"/>
            </a:xfrm>
            <a:custGeom>
              <a:avLst/>
              <a:gdLst/>
              <a:ahLst/>
              <a:cxnLst/>
              <a:rect l="l" t="t" r="r" b="b"/>
              <a:pathLst>
                <a:path w="2642235" h="1304925">
                  <a:moveTo>
                    <a:pt x="2641854" y="650748"/>
                  </a:moveTo>
                  <a:lnTo>
                    <a:pt x="2630957" y="644398"/>
                  </a:lnTo>
                  <a:lnTo>
                    <a:pt x="2553208" y="599059"/>
                  </a:lnTo>
                  <a:lnTo>
                    <a:pt x="2549271" y="600075"/>
                  </a:lnTo>
                  <a:lnTo>
                    <a:pt x="2545715" y="606171"/>
                  </a:lnTo>
                  <a:lnTo>
                    <a:pt x="2546731" y="609981"/>
                  </a:lnTo>
                  <a:lnTo>
                    <a:pt x="2605709" y="644398"/>
                  </a:lnTo>
                  <a:lnTo>
                    <a:pt x="2176272" y="644398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304544"/>
                  </a:lnTo>
                  <a:lnTo>
                    <a:pt x="2176272" y="1304544"/>
                  </a:lnTo>
                  <a:lnTo>
                    <a:pt x="2176272" y="657098"/>
                  </a:lnTo>
                  <a:lnTo>
                    <a:pt x="2605709" y="657098"/>
                  </a:lnTo>
                  <a:lnTo>
                    <a:pt x="2546731" y="691515"/>
                  </a:lnTo>
                  <a:lnTo>
                    <a:pt x="2545715" y="695325"/>
                  </a:lnTo>
                  <a:lnTo>
                    <a:pt x="2549271" y="701421"/>
                  </a:lnTo>
                  <a:lnTo>
                    <a:pt x="2553208" y="702437"/>
                  </a:lnTo>
                  <a:lnTo>
                    <a:pt x="2630957" y="657098"/>
                  </a:lnTo>
                  <a:lnTo>
                    <a:pt x="2641854" y="650748"/>
                  </a:lnTo>
                  <a:close/>
                </a:path>
              </a:pathLst>
            </a:custGeom>
            <a:solidFill>
              <a:srgbClr val="855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0580" y="2436875"/>
              <a:ext cx="2176780" cy="1304925"/>
            </a:xfrm>
            <a:custGeom>
              <a:avLst/>
              <a:gdLst/>
              <a:ahLst/>
              <a:cxnLst/>
              <a:rect l="l" t="t" r="r" b="b"/>
              <a:pathLst>
                <a:path w="2176780" h="1304925">
                  <a:moveTo>
                    <a:pt x="0" y="1304544"/>
                  </a:moveTo>
                  <a:lnTo>
                    <a:pt x="2176272" y="1304544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304544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30580" y="2436876"/>
            <a:ext cx="2176780" cy="1304925"/>
          </a:xfrm>
          <a:prstGeom prst="rect">
            <a:avLst/>
          </a:prstGeom>
        </p:spPr>
        <p:txBody>
          <a:bodyPr wrap="square" lIns="0" tIns="302260" rIns="0" bIns="0" rtlCol="0" vert="horz">
            <a:spAutoFit/>
          </a:bodyPr>
          <a:lstStyle/>
          <a:p>
            <a:pPr marL="235585" marR="139065" indent="-94615">
              <a:lnSpc>
                <a:spcPts val="2640"/>
              </a:lnSpc>
              <a:spcBef>
                <a:spcPts val="238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basics: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HTML,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CSS,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JS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499103" y="2429255"/>
            <a:ext cx="2653030" cy="1320165"/>
            <a:chOff x="3499103" y="2429255"/>
            <a:chExt cx="2653030" cy="1320165"/>
          </a:xfrm>
        </p:grpSpPr>
        <p:sp>
          <p:nvSpPr>
            <p:cNvPr id="8" name="object 8" descr=""/>
            <p:cNvSpPr/>
            <p:nvPr/>
          </p:nvSpPr>
          <p:spPr>
            <a:xfrm>
              <a:off x="3506724" y="2436875"/>
              <a:ext cx="2645410" cy="1304925"/>
            </a:xfrm>
            <a:custGeom>
              <a:avLst/>
              <a:gdLst/>
              <a:ahLst/>
              <a:cxnLst/>
              <a:rect l="l" t="t" r="r" b="b"/>
              <a:pathLst>
                <a:path w="2645410" h="1304925">
                  <a:moveTo>
                    <a:pt x="2644902" y="650748"/>
                  </a:moveTo>
                  <a:lnTo>
                    <a:pt x="2634005" y="644398"/>
                  </a:lnTo>
                  <a:lnTo>
                    <a:pt x="2556256" y="599059"/>
                  </a:lnTo>
                  <a:lnTo>
                    <a:pt x="2552319" y="600075"/>
                  </a:lnTo>
                  <a:lnTo>
                    <a:pt x="2548763" y="606171"/>
                  </a:lnTo>
                  <a:lnTo>
                    <a:pt x="2549779" y="609981"/>
                  </a:lnTo>
                  <a:lnTo>
                    <a:pt x="2608757" y="644398"/>
                  </a:lnTo>
                  <a:lnTo>
                    <a:pt x="2179320" y="644398"/>
                  </a:lnTo>
                  <a:lnTo>
                    <a:pt x="2179320" y="0"/>
                  </a:lnTo>
                  <a:lnTo>
                    <a:pt x="0" y="0"/>
                  </a:lnTo>
                  <a:lnTo>
                    <a:pt x="0" y="1304544"/>
                  </a:lnTo>
                  <a:lnTo>
                    <a:pt x="2179320" y="1304544"/>
                  </a:lnTo>
                  <a:lnTo>
                    <a:pt x="2179320" y="657098"/>
                  </a:lnTo>
                  <a:lnTo>
                    <a:pt x="2608757" y="657098"/>
                  </a:lnTo>
                  <a:lnTo>
                    <a:pt x="2549779" y="691515"/>
                  </a:lnTo>
                  <a:lnTo>
                    <a:pt x="2548763" y="695325"/>
                  </a:lnTo>
                  <a:lnTo>
                    <a:pt x="2552319" y="701421"/>
                  </a:lnTo>
                  <a:lnTo>
                    <a:pt x="2556256" y="702437"/>
                  </a:lnTo>
                  <a:lnTo>
                    <a:pt x="2634005" y="657098"/>
                  </a:lnTo>
                  <a:lnTo>
                    <a:pt x="2644902" y="650748"/>
                  </a:lnTo>
                  <a:close/>
                </a:path>
              </a:pathLst>
            </a:custGeom>
            <a:solidFill>
              <a:srgbClr val="855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06723" y="2436875"/>
              <a:ext cx="2179320" cy="1304925"/>
            </a:xfrm>
            <a:custGeom>
              <a:avLst/>
              <a:gdLst/>
              <a:ahLst/>
              <a:cxnLst/>
              <a:rect l="l" t="t" r="r" b="b"/>
              <a:pathLst>
                <a:path w="2179320" h="1304925">
                  <a:moveTo>
                    <a:pt x="0" y="1304544"/>
                  </a:moveTo>
                  <a:lnTo>
                    <a:pt x="2179320" y="1304544"/>
                  </a:lnTo>
                  <a:lnTo>
                    <a:pt x="2179320" y="0"/>
                  </a:lnTo>
                  <a:lnTo>
                    <a:pt x="0" y="0"/>
                  </a:lnTo>
                  <a:lnTo>
                    <a:pt x="0" y="1304544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506723" y="2436876"/>
            <a:ext cx="2179320" cy="1304925"/>
          </a:xfrm>
          <a:prstGeom prst="rect">
            <a:avLst/>
          </a:prstGeom>
        </p:spPr>
        <p:txBody>
          <a:bodyPr wrap="square" lIns="0" tIns="302260" rIns="0" bIns="0" rtlCol="0" vert="horz">
            <a:spAutoFit/>
          </a:bodyPr>
          <a:lstStyle/>
          <a:p>
            <a:pPr marL="588645" marR="257810" indent="-323850">
              <a:lnSpc>
                <a:spcPts val="2640"/>
              </a:lnSpc>
              <a:spcBef>
                <a:spcPts val="238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small projects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865502" y="2429255"/>
            <a:ext cx="6504305" cy="1781175"/>
            <a:chOff x="1865502" y="2429255"/>
            <a:chExt cx="6504305" cy="1781175"/>
          </a:xfrm>
        </p:grpSpPr>
        <p:sp>
          <p:nvSpPr>
            <p:cNvPr id="12" name="object 12" descr=""/>
            <p:cNvSpPr/>
            <p:nvPr/>
          </p:nvSpPr>
          <p:spPr>
            <a:xfrm>
              <a:off x="1865503" y="2436875"/>
              <a:ext cx="6496685" cy="1773555"/>
            </a:xfrm>
            <a:custGeom>
              <a:avLst/>
              <a:gdLst/>
              <a:ahLst/>
              <a:cxnLst/>
              <a:rect l="l" t="t" r="r" b="b"/>
              <a:pathLst>
                <a:path w="6496684" h="1773554">
                  <a:moveTo>
                    <a:pt x="6496685" y="0"/>
                  </a:moveTo>
                  <a:lnTo>
                    <a:pt x="4320413" y="0"/>
                  </a:lnTo>
                  <a:lnTo>
                    <a:pt x="4320413" y="1304544"/>
                  </a:lnTo>
                  <a:lnTo>
                    <a:pt x="5400675" y="1304544"/>
                  </a:lnTo>
                  <a:lnTo>
                    <a:pt x="5400675" y="1548765"/>
                  </a:lnTo>
                  <a:lnTo>
                    <a:pt x="48133" y="1548765"/>
                  </a:lnTo>
                  <a:lnTo>
                    <a:pt x="45339" y="1551686"/>
                  </a:lnTo>
                  <a:lnTo>
                    <a:pt x="45339" y="1737055"/>
                  </a:lnTo>
                  <a:lnTo>
                    <a:pt x="10922" y="1678051"/>
                  </a:lnTo>
                  <a:lnTo>
                    <a:pt x="7112" y="1677035"/>
                  </a:lnTo>
                  <a:lnTo>
                    <a:pt x="1016" y="1680591"/>
                  </a:lnTo>
                  <a:lnTo>
                    <a:pt x="0" y="1684528"/>
                  </a:lnTo>
                  <a:lnTo>
                    <a:pt x="51689" y="1773174"/>
                  </a:lnTo>
                  <a:lnTo>
                    <a:pt x="59016" y="1760601"/>
                  </a:lnTo>
                  <a:lnTo>
                    <a:pt x="103378" y="1684528"/>
                  </a:lnTo>
                  <a:lnTo>
                    <a:pt x="102362" y="1680591"/>
                  </a:lnTo>
                  <a:lnTo>
                    <a:pt x="96266" y="1677035"/>
                  </a:lnTo>
                  <a:lnTo>
                    <a:pt x="92456" y="1678051"/>
                  </a:lnTo>
                  <a:lnTo>
                    <a:pt x="58039" y="1737055"/>
                  </a:lnTo>
                  <a:lnTo>
                    <a:pt x="51676" y="1747939"/>
                  </a:lnTo>
                  <a:lnTo>
                    <a:pt x="58026" y="1737055"/>
                  </a:lnTo>
                  <a:lnTo>
                    <a:pt x="58039" y="1561465"/>
                  </a:lnTo>
                  <a:lnTo>
                    <a:pt x="5410454" y="1561465"/>
                  </a:lnTo>
                  <a:lnTo>
                    <a:pt x="5413375" y="1558671"/>
                  </a:lnTo>
                  <a:lnTo>
                    <a:pt x="5413375" y="1548765"/>
                  </a:lnTo>
                  <a:lnTo>
                    <a:pt x="5413375" y="1304544"/>
                  </a:lnTo>
                  <a:lnTo>
                    <a:pt x="6496685" y="1304544"/>
                  </a:lnTo>
                  <a:lnTo>
                    <a:pt x="6496685" y="0"/>
                  </a:lnTo>
                  <a:close/>
                </a:path>
              </a:pathLst>
            </a:custGeom>
            <a:solidFill>
              <a:srgbClr val="855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85916" y="2436875"/>
              <a:ext cx="2176780" cy="1304925"/>
            </a:xfrm>
            <a:custGeom>
              <a:avLst/>
              <a:gdLst/>
              <a:ahLst/>
              <a:cxnLst/>
              <a:rect l="l" t="t" r="r" b="b"/>
              <a:pathLst>
                <a:path w="2176779" h="1304925">
                  <a:moveTo>
                    <a:pt x="0" y="1304544"/>
                  </a:moveTo>
                  <a:lnTo>
                    <a:pt x="2176272" y="1304544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304544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185915" y="2436876"/>
            <a:ext cx="2176780" cy="130492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545465" marR="419100" indent="-121920">
              <a:lnSpc>
                <a:spcPct val="91700"/>
              </a:lnSpc>
              <a:spcBef>
                <a:spcPts val="101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portfolio website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22960" y="4236720"/>
            <a:ext cx="2649855" cy="1320165"/>
            <a:chOff x="822960" y="4236720"/>
            <a:chExt cx="2649855" cy="1320165"/>
          </a:xfrm>
        </p:grpSpPr>
        <p:sp>
          <p:nvSpPr>
            <p:cNvPr id="16" name="object 16" descr=""/>
            <p:cNvSpPr/>
            <p:nvPr/>
          </p:nvSpPr>
          <p:spPr>
            <a:xfrm>
              <a:off x="830580" y="4244339"/>
              <a:ext cx="2642235" cy="1304925"/>
            </a:xfrm>
            <a:custGeom>
              <a:avLst/>
              <a:gdLst/>
              <a:ahLst/>
              <a:cxnLst/>
              <a:rect l="l" t="t" r="r" b="b"/>
              <a:pathLst>
                <a:path w="2642235" h="1304925">
                  <a:moveTo>
                    <a:pt x="2641854" y="650748"/>
                  </a:moveTo>
                  <a:lnTo>
                    <a:pt x="2630957" y="644398"/>
                  </a:lnTo>
                  <a:lnTo>
                    <a:pt x="2553208" y="599059"/>
                  </a:lnTo>
                  <a:lnTo>
                    <a:pt x="2549271" y="600075"/>
                  </a:lnTo>
                  <a:lnTo>
                    <a:pt x="2545715" y="606171"/>
                  </a:lnTo>
                  <a:lnTo>
                    <a:pt x="2546731" y="609981"/>
                  </a:lnTo>
                  <a:lnTo>
                    <a:pt x="2605709" y="644398"/>
                  </a:lnTo>
                  <a:lnTo>
                    <a:pt x="2176272" y="644398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304544"/>
                  </a:lnTo>
                  <a:lnTo>
                    <a:pt x="2176272" y="1304544"/>
                  </a:lnTo>
                  <a:lnTo>
                    <a:pt x="2176272" y="657098"/>
                  </a:lnTo>
                  <a:lnTo>
                    <a:pt x="2605709" y="657098"/>
                  </a:lnTo>
                  <a:lnTo>
                    <a:pt x="2546731" y="691515"/>
                  </a:lnTo>
                  <a:lnTo>
                    <a:pt x="2545715" y="695325"/>
                  </a:lnTo>
                  <a:lnTo>
                    <a:pt x="2549271" y="701421"/>
                  </a:lnTo>
                  <a:lnTo>
                    <a:pt x="2553208" y="702437"/>
                  </a:lnTo>
                  <a:lnTo>
                    <a:pt x="2630957" y="657098"/>
                  </a:lnTo>
                  <a:lnTo>
                    <a:pt x="2641854" y="650748"/>
                  </a:lnTo>
                  <a:close/>
                </a:path>
              </a:pathLst>
            </a:custGeom>
            <a:solidFill>
              <a:srgbClr val="855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0580" y="4244340"/>
              <a:ext cx="2176780" cy="1304925"/>
            </a:xfrm>
            <a:custGeom>
              <a:avLst/>
              <a:gdLst/>
              <a:ahLst/>
              <a:cxnLst/>
              <a:rect l="l" t="t" r="r" b="b"/>
              <a:pathLst>
                <a:path w="2176780" h="1304925">
                  <a:moveTo>
                    <a:pt x="0" y="1304544"/>
                  </a:moveTo>
                  <a:lnTo>
                    <a:pt x="2176272" y="1304544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304544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30580" y="4244340"/>
            <a:ext cx="2176780" cy="130492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348615" marR="346710" indent="237490">
              <a:lnSpc>
                <a:spcPts val="2640"/>
              </a:lnSpc>
              <a:spcBef>
                <a:spcPts val="106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Learn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frameworks</a:t>
            </a:r>
            <a:endParaRPr sz="2400">
              <a:latin typeface="Calibri"/>
              <a:cs typeface="Calibri"/>
            </a:endParaRPr>
          </a:p>
          <a:p>
            <a:pPr marL="104775">
              <a:lnSpc>
                <a:spcPts val="2595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(React,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Node.js)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06723" y="4244340"/>
            <a:ext cx="2179320" cy="1304925"/>
          </a:xfrm>
          <a:prstGeom prst="rect">
            <a:avLst/>
          </a:prstGeom>
          <a:solidFill>
            <a:srgbClr val="855540"/>
          </a:solidFill>
        </p:spPr>
        <p:txBody>
          <a:bodyPr wrap="square" lIns="0" tIns="135255" rIns="0" bIns="0" rtlCol="0" vert="horz">
            <a:spAutoFit/>
          </a:bodyPr>
          <a:lstStyle/>
          <a:p>
            <a:pPr marL="165100" marR="161925" indent="207010">
              <a:lnSpc>
                <a:spcPts val="2640"/>
              </a:lnSpc>
              <a:spcBef>
                <a:spcPts val="106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internships</a:t>
            </a:r>
            <a:r>
              <a:rPr dirty="0" sz="24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freelance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Conclusion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64919" y="2596895"/>
            <a:ext cx="1371600" cy="1374775"/>
            <a:chOff x="1264919" y="2596895"/>
            <a:chExt cx="1371600" cy="1374775"/>
          </a:xfrm>
        </p:grpSpPr>
        <p:sp>
          <p:nvSpPr>
            <p:cNvPr id="4" name="object 4" descr=""/>
            <p:cNvSpPr/>
            <p:nvPr/>
          </p:nvSpPr>
          <p:spPr>
            <a:xfrm>
              <a:off x="1264919" y="2596895"/>
              <a:ext cx="1371600" cy="1374775"/>
            </a:xfrm>
            <a:custGeom>
              <a:avLst/>
              <a:gdLst/>
              <a:ahLst/>
              <a:cxnLst/>
              <a:rect l="l" t="t" r="r" b="b"/>
              <a:pathLst>
                <a:path w="1371600" h="1374775">
                  <a:moveTo>
                    <a:pt x="685800" y="0"/>
                  </a:moveTo>
                  <a:lnTo>
                    <a:pt x="636828" y="1725"/>
                  </a:lnTo>
                  <a:lnTo>
                    <a:pt x="588784" y="6825"/>
                  </a:lnTo>
                  <a:lnTo>
                    <a:pt x="541785" y="15182"/>
                  </a:lnTo>
                  <a:lnTo>
                    <a:pt x="495947" y="26681"/>
                  </a:lnTo>
                  <a:lnTo>
                    <a:pt x="451386" y="41204"/>
                  </a:lnTo>
                  <a:lnTo>
                    <a:pt x="408218" y="58637"/>
                  </a:lnTo>
                  <a:lnTo>
                    <a:pt x="366559" y="78861"/>
                  </a:lnTo>
                  <a:lnTo>
                    <a:pt x="326525" y="101762"/>
                  </a:lnTo>
                  <a:lnTo>
                    <a:pt x="288233" y="127223"/>
                  </a:lnTo>
                  <a:lnTo>
                    <a:pt x="251798" y="155127"/>
                  </a:lnTo>
                  <a:lnTo>
                    <a:pt x="217336" y="185358"/>
                  </a:lnTo>
                  <a:lnTo>
                    <a:pt x="184964" y="217801"/>
                  </a:lnTo>
                  <a:lnTo>
                    <a:pt x="154798" y="252337"/>
                  </a:lnTo>
                  <a:lnTo>
                    <a:pt x="126954" y="288853"/>
                  </a:lnTo>
                  <a:lnTo>
                    <a:pt x="101548" y="327230"/>
                  </a:lnTo>
                  <a:lnTo>
                    <a:pt x="78696" y="367353"/>
                  </a:lnTo>
                  <a:lnTo>
                    <a:pt x="58514" y="409105"/>
                  </a:lnTo>
                  <a:lnTo>
                    <a:pt x="41118" y="452370"/>
                  </a:lnTo>
                  <a:lnTo>
                    <a:pt x="26625" y="497033"/>
                  </a:lnTo>
                  <a:lnTo>
                    <a:pt x="15151" y="542975"/>
                  </a:lnTo>
                  <a:lnTo>
                    <a:pt x="6811" y="590082"/>
                  </a:lnTo>
                  <a:lnTo>
                    <a:pt x="1722" y="638237"/>
                  </a:lnTo>
                  <a:lnTo>
                    <a:pt x="0" y="687324"/>
                  </a:lnTo>
                  <a:lnTo>
                    <a:pt x="1722" y="736410"/>
                  </a:lnTo>
                  <a:lnTo>
                    <a:pt x="6811" y="784565"/>
                  </a:lnTo>
                  <a:lnTo>
                    <a:pt x="15151" y="831672"/>
                  </a:lnTo>
                  <a:lnTo>
                    <a:pt x="26625" y="877614"/>
                  </a:lnTo>
                  <a:lnTo>
                    <a:pt x="41118" y="922277"/>
                  </a:lnTo>
                  <a:lnTo>
                    <a:pt x="58514" y="965542"/>
                  </a:lnTo>
                  <a:lnTo>
                    <a:pt x="78696" y="1007294"/>
                  </a:lnTo>
                  <a:lnTo>
                    <a:pt x="101548" y="1047417"/>
                  </a:lnTo>
                  <a:lnTo>
                    <a:pt x="126954" y="1085794"/>
                  </a:lnTo>
                  <a:lnTo>
                    <a:pt x="154798" y="1122310"/>
                  </a:lnTo>
                  <a:lnTo>
                    <a:pt x="184964" y="1156846"/>
                  </a:lnTo>
                  <a:lnTo>
                    <a:pt x="217336" y="1189289"/>
                  </a:lnTo>
                  <a:lnTo>
                    <a:pt x="251798" y="1219520"/>
                  </a:lnTo>
                  <a:lnTo>
                    <a:pt x="288233" y="1247424"/>
                  </a:lnTo>
                  <a:lnTo>
                    <a:pt x="326525" y="1272885"/>
                  </a:lnTo>
                  <a:lnTo>
                    <a:pt x="366559" y="1295786"/>
                  </a:lnTo>
                  <a:lnTo>
                    <a:pt x="408218" y="1316010"/>
                  </a:lnTo>
                  <a:lnTo>
                    <a:pt x="451386" y="1333443"/>
                  </a:lnTo>
                  <a:lnTo>
                    <a:pt x="495947" y="1347966"/>
                  </a:lnTo>
                  <a:lnTo>
                    <a:pt x="541785" y="1359465"/>
                  </a:lnTo>
                  <a:lnTo>
                    <a:pt x="588784" y="1367822"/>
                  </a:lnTo>
                  <a:lnTo>
                    <a:pt x="636828" y="1372922"/>
                  </a:lnTo>
                  <a:lnTo>
                    <a:pt x="685800" y="1374647"/>
                  </a:lnTo>
                  <a:lnTo>
                    <a:pt x="734771" y="1372922"/>
                  </a:lnTo>
                  <a:lnTo>
                    <a:pt x="782815" y="1367822"/>
                  </a:lnTo>
                  <a:lnTo>
                    <a:pt x="829814" y="1359465"/>
                  </a:lnTo>
                  <a:lnTo>
                    <a:pt x="875652" y="1347966"/>
                  </a:lnTo>
                  <a:lnTo>
                    <a:pt x="920213" y="1333443"/>
                  </a:lnTo>
                  <a:lnTo>
                    <a:pt x="963381" y="1316010"/>
                  </a:lnTo>
                  <a:lnTo>
                    <a:pt x="1005040" y="1295786"/>
                  </a:lnTo>
                  <a:lnTo>
                    <a:pt x="1045074" y="1272885"/>
                  </a:lnTo>
                  <a:lnTo>
                    <a:pt x="1083366" y="1247424"/>
                  </a:lnTo>
                  <a:lnTo>
                    <a:pt x="1119801" y="1219520"/>
                  </a:lnTo>
                  <a:lnTo>
                    <a:pt x="1154263" y="1189289"/>
                  </a:lnTo>
                  <a:lnTo>
                    <a:pt x="1186635" y="1156846"/>
                  </a:lnTo>
                  <a:lnTo>
                    <a:pt x="1216801" y="1122310"/>
                  </a:lnTo>
                  <a:lnTo>
                    <a:pt x="1244645" y="1085794"/>
                  </a:lnTo>
                  <a:lnTo>
                    <a:pt x="1270051" y="1047417"/>
                  </a:lnTo>
                  <a:lnTo>
                    <a:pt x="1292903" y="1007294"/>
                  </a:lnTo>
                  <a:lnTo>
                    <a:pt x="1313085" y="965542"/>
                  </a:lnTo>
                  <a:lnTo>
                    <a:pt x="1330481" y="922277"/>
                  </a:lnTo>
                  <a:lnTo>
                    <a:pt x="1344974" y="877614"/>
                  </a:lnTo>
                  <a:lnTo>
                    <a:pt x="1356448" y="831672"/>
                  </a:lnTo>
                  <a:lnTo>
                    <a:pt x="1364788" y="784565"/>
                  </a:lnTo>
                  <a:lnTo>
                    <a:pt x="1369877" y="736410"/>
                  </a:lnTo>
                  <a:lnTo>
                    <a:pt x="1371600" y="687324"/>
                  </a:lnTo>
                  <a:lnTo>
                    <a:pt x="1369877" y="638237"/>
                  </a:lnTo>
                  <a:lnTo>
                    <a:pt x="1364788" y="590082"/>
                  </a:lnTo>
                  <a:lnTo>
                    <a:pt x="1356448" y="542975"/>
                  </a:lnTo>
                  <a:lnTo>
                    <a:pt x="1344974" y="497033"/>
                  </a:lnTo>
                  <a:lnTo>
                    <a:pt x="1330481" y="452370"/>
                  </a:lnTo>
                  <a:lnTo>
                    <a:pt x="1313085" y="409105"/>
                  </a:lnTo>
                  <a:lnTo>
                    <a:pt x="1292903" y="367353"/>
                  </a:lnTo>
                  <a:lnTo>
                    <a:pt x="1270051" y="327230"/>
                  </a:lnTo>
                  <a:lnTo>
                    <a:pt x="1244645" y="288853"/>
                  </a:lnTo>
                  <a:lnTo>
                    <a:pt x="1216801" y="252337"/>
                  </a:lnTo>
                  <a:lnTo>
                    <a:pt x="1186635" y="217801"/>
                  </a:lnTo>
                  <a:lnTo>
                    <a:pt x="1154263" y="185358"/>
                  </a:lnTo>
                  <a:lnTo>
                    <a:pt x="1119801" y="155127"/>
                  </a:lnTo>
                  <a:lnTo>
                    <a:pt x="1083366" y="127223"/>
                  </a:lnTo>
                  <a:lnTo>
                    <a:pt x="1045074" y="101762"/>
                  </a:lnTo>
                  <a:lnTo>
                    <a:pt x="1005040" y="78861"/>
                  </a:lnTo>
                  <a:lnTo>
                    <a:pt x="963381" y="58637"/>
                  </a:lnTo>
                  <a:lnTo>
                    <a:pt x="920213" y="41204"/>
                  </a:lnTo>
                  <a:lnTo>
                    <a:pt x="875652" y="26681"/>
                  </a:lnTo>
                  <a:lnTo>
                    <a:pt x="829814" y="15182"/>
                  </a:lnTo>
                  <a:lnTo>
                    <a:pt x="782815" y="6825"/>
                  </a:lnTo>
                  <a:lnTo>
                    <a:pt x="734771" y="17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051" y="2891027"/>
              <a:ext cx="786384" cy="78943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59051" y="2891027"/>
              <a:ext cx="786765" cy="789940"/>
            </a:xfrm>
            <a:custGeom>
              <a:avLst/>
              <a:gdLst/>
              <a:ahLst/>
              <a:cxnLst/>
              <a:rect l="l" t="t" r="r" b="b"/>
              <a:pathLst>
                <a:path w="786764" h="789939">
                  <a:moveTo>
                    <a:pt x="0" y="789432"/>
                  </a:moveTo>
                  <a:lnTo>
                    <a:pt x="786384" y="789432"/>
                  </a:lnTo>
                  <a:lnTo>
                    <a:pt x="786384" y="0"/>
                  </a:lnTo>
                  <a:lnTo>
                    <a:pt x="0" y="0"/>
                  </a:lnTo>
                  <a:lnTo>
                    <a:pt x="0" y="789432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58723" y="4380991"/>
            <a:ext cx="2179320" cy="67056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700" marR="5080" indent="6985">
              <a:lnSpc>
                <a:spcPct val="101400"/>
              </a:lnSpc>
              <a:spcBef>
                <a:spcPts val="65"/>
              </a:spcBef>
            </a:pPr>
            <a:r>
              <a:rPr dirty="0" sz="1400">
                <a:latin typeface="Calibri"/>
                <a:cs typeface="Calibri"/>
              </a:rPr>
              <a:t>WEB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DEVELOPMENT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10">
                <a:latin typeface="Calibri"/>
                <a:cs typeface="Calibri"/>
              </a:rPr>
              <a:t>SKILL-</a:t>
            </a:r>
            <a:r>
              <a:rPr dirty="0" sz="1400">
                <a:latin typeface="Calibri"/>
                <a:cs typeface="Calibri"/>
              </a:rPr>
              <a:t>DRIVEN,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CREATIVE,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HIGH-</a:t>
            </a:r>
            <a:r>
              <a:rPr dirty="0" sz="1400">
                <a:latin typeface="Calibri"/>
                <a:cs typeface="Calibri"/>
              </a:rPr>
              <a:t>DEMAND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CAREER.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907535" y="2596895"/>
            <a:ext cx="1371600" cy="1374775"/>
            <a:chOff x="3907535" y="2596895"/>
            <a:chExt cx="1371600" cy="1374775"/>
          </a:xfrm>
        </p:grpSpPr>
        <p:sp>
          <p:nvSpPr>
            <p:cNvPr id="9" name="object 9" descr=""/>
            <p:cNvSpPr/>
            <p:nvPr/>
          </p:nvSpPr>
          <p:spPr>
            <a:xfrm>
              <a:off x="3907535" y="2596895"/>
              <a:ext cx="1371600" cy="1374775"/>
            </a:xfrm>
            <a:custGeom>
              <a:avLst/>
              <a:gdLst/>
              <a:ahLst/>
              <a:cxnLst/>
              <a:rect l="l" t="t" r="r" b="b"/>
              <a:pathLst>
                <a:path w="1371600" h="1374775">
                  <a:moveTo>
                    <a:pt x="685800" y="0"/>
                  </a:moveTo>
                  <a:lnTo>
                    <a:pt x="636828" y="1725"/>
                  </a:lnTo>
                  <a:lnTo>
                    <a:pt x="588784" y="6825"/>
                  </a:lnTo>
                  <a:lnTo>
                    <a:pt x="541785" y="15182"/>
                  </a:lnTo>
                  <a:lnTo>
                    <a:pt x="495947" y="26681"/>
                  </a:lnTo>
                  <a:lnTo>
                    <a:pt x="451386" y="41204"/>
                  </a:lnTo>
                  <a:lnTo>
                    <a:pt x="408218" y="58637"/>
                  </a:lnTo>
                  <a:lnTo>
                    <a:pt x="366559" y="78861"/>
                  </a:lnTo>
                  <a:lnTo>
                    <a:pt x="326525" y="101762"/>
                  </a:lnTo>
                  <a:lnTo>
                    <a:pt x="288233" y="127223"/>
                  </a:lnTo>
                  <a:lnTo>
                    <a:pt x="251798" y="155127"/>
                  </a:lnTo>
                  <a:lnTo>
                    <a:pt x="217336" y="185358"/>
                  </a:lnTo>
                  <a:lnTo>
                    <a:pt x="184964" y="217801"/>
                  </a:lnTo>
                  <a:lnTo>
                    <a:pt x="154798" y="252337"/>
                  </a:lnTo>
                  <a:lnTo>
                    <a:pt x="126954" y="288853"/>
                  </a:lnTo>
                  <a:lnTo>
                    <a:pt x="101548" y="327230"/>
                  </a:lnTo>
                  <a:lnTo>
                    <a:pt x="78696" y="367353"/>
                  </a:lnTo>
                  <a:lnTo>
                    <a:pt x="58514" y="409105"/>
                  </a:lnTo>
                  <a:lnTo>
                    <a:pt x="41118" y="452370"/>
                  </a:lnTo>
                  <a:lnTo>
                    <a:pt x="26625" y="497033"/>
                  </a:lnTo>
                  <a:lnTo>
                    <a:pt x="15151" y="542975"/>
                  </a:lnTo>
                  <a:lnTo>
                    <a:pt x="6811" y="590082"/>
                  </a:lnTo>
                  <a:lnTo>
                    <a:pt x="1722" y="638237"/>
                  </a:lnTo>
                  <a:lnTo>
                    <a:pt x="0" y="687324"/>
                  </a:lnTo>
                  <a:lnTo>
                    <a:pt x="1722" y="736410"/>
                  </a:lnTo>
                  <a:lnTo>
                    <a:pt x="6811" y="784565"/>
                  </a:lnTo>
                  <a:lnTo>
                    <a:pt x="15151" y="831672"/>
                  </a:lnTo>
                  <a:lnTo>
                    <a:pt x="26625" y="877614"/>
                  </a:lnTo>
                  <a:lnTo>
                    <a:pt x="41118" y="922277"/>
                  </a:lnTo>
                  <a:lnTo>
                    <a:pt x="58514" y="965542"/>
                  </a:lnTo>
                  <a:lnTo>
                    <a:pt x="78696" y="1007294"/>
                  </a:lnTo>
                  <a:lnTo>
                    <a:pt x="101548" y="1047417"/>
                  </a:lnTo>
                  <a:lnTo>
                    <a:pt x="126954" y="1085794"/>
                  </a:lnTo>
                  <a:lnTo>
                    <a:pt x="154798" y="1122310"/>
                  </a:lnTo>
                  <a:lnTo>
                    <a:pt x="184964" y="1156846"/>
                  </a:lnTo>
                  <a:lnTo>
                    <a:pt x="217336" y="1189289"/>
                  </a:lnTo>
                  <a:lnTo>
                    <a:pt x="251798" y="1219520"/>
                  </a:lnTo>
                  <a:lnTo>
                    <a:pt x="288233" y="1247424"/>
                  </a:lnTo>
                  <a:lnTo>
                    <a:pt x="326525" y="1272885"/>
                  </a:lnTo>
                  <a:lnTo>
                    <a:pt x="366559" y="1295786"/>
                  </a:lnTo>
                  <a:lnTo>
                    <a:pt x="408218" y="1316010"/>
                  </a:lnTo>
                  <a:lnTo>
                    <a:pt x="451386" y="1333443"/>
                  </a:lnTo>
                  <a:lnTo>
                    <a:pt x="495947" y="1347966"/>
                  </a:lnTo>
                  <a:lnTo>
                    <a:pt x="541785" y="1359465"/>
                  </a:lnTo>
                  <a:lnTo>
                    <a:pt x="588784" y="1367822"/>
                  </a:lnTo>
                  <a:lnTo>
                    <a:pt x="636828" y="1372922"/>
                  </a:lnTo>
                  <a:lnTo>
                    <a:pt x="685800" y="1374647"/>
                  </a:lnTo>
                  <a:lnTo>
                    <a:pt x="734771" y="1372922"/>
                  </a:lnTo>
                  <a:lnTo>
                    <a:pt x="782815" y="1367822"/>
                  </a:lnTo>
                  <a:lnTo>
                    <a:pt x="829814" y="1359465"/>
                  </a:lnTo>
                  <a:lnTo>
                    <a:pt x="875652" y="1347966"/>
                  </a:lnTo>
                  <a:lnTo>
                    <a:pt x="920213" y="1333443"/>
                  </a:lnTo>
                  <a:lnTo>
                    <a:pt x="963381" y="1316010"/>
                  </a:lnTo>
                  <a:lnTo>
                    <a:pt x="1005040" y="1295786"/>
                  </a:lnTo>
                  <a:lnTo>
                    <a:pt x="1045074" y="1272885"/>
                  </a:lnTo>
                  <a:lnTo>
                    <a:pt x="1083366" y="1247424"/>
                  </a:lnTo>
                  <a:lnTo>
                    <a:pt x="1119801" y="1219520"/>
                  </a:lnTo>
                  <a:lnTo>
                    <a:pt x="1154263" y="1189289"/>
                  </a:lnTo>
                  <a:lnTo>
                    <a:pt x="1186635" y="1156846"/>
                  </a:lnTo>
                  <a:lnTo>
                    <a:pt x="1216801" y="1122310"/>
                  </a:lnTo>
                  <a:lnTo>
                    <a:pt x="1244645" y="1085794"/>
                  </a:lnTo>
                  <a:lnTo>
                    <a:pt x="1270051" y="1047417"/>
                  </a:lnTo>
                  <a:lnTo>
                    <a:pt x="1292903" y="1007294"/>
                  </a:lnTo>
                  <a:lnTo>
                    <a:pt x="1313085" y="965542"/>
                  </a:lnTo>
                  <a:lnTo>
                    <a:pt x="1330481" y="922277"/>
                  </a:lnTo>
                  <a:lnTo>
                    <a:pt x="1344974" y="877614"/>
                  </a:lnTo>
                  <a:lnTo>
                    <a:pt x="1356448" y="831672"/>
                  </a:lnTo>
                  <a:lnTo>
                    <a:pt x="1364788" y="784565"/>
                  </a:lnTo>
                  <a:lnTo>
                    <a:pt x="1369877" y="736410"/>
                  </a:lnTo>
                  <a:lnTo>
                    <a:pt x="1371600" y="687324"/>
                  </a:lnTo>
                  <a:lnTo>
                    <a:pt x="1369877" y="638237"/>
                  </a:lnTo>
                  <a:lnTo>
                    <a:pt x="1364788" y="590082"/>
                  </a:lnTo>
                  <a:lnTo>
                    <a:pt x="1356448" y="542975"/>
                  </a:lnTo>
                  <a:lnTo>
                    <a:pt x="1344974" y="497033"/>
                  </a:lnTo>
                  <a:lnTo>
                    <a:pt x="1330481" y="452370"/>
                  </a:lnTo>
                  <a:lnTo>
                    <a:pt x="1313085" y="409105"/>
                  </a:lnTo>
                  <a:lnTo>
                    <a:pt x="1292903" y="367353"/>
                  </a:lnTo>
                  <a:lnTo>
                    <a:pt x="1270051" y="327230"/>
                  </a:lnTo>
                  <a:lnTo>
                    <a:pt x="1244645" y="288853"/>
                  </a:lnTo>
                  <a:lnTo>
                    <a:pt x="1216801" y="252337"/>
                  </a:lnTo>
                  <a:lnTo>
                    <a:pt x="1186635" y="217801"/>
                  </a:lnTo>
                  <a:lnTo>
                    <a:pt x="1154263" y="185358"/>
                  </a:lnTo>
                  <a:lnTo>
                    <a:pt x="1119801" y="155127"/>
                  </a:lnTo>
                  <a:lnTo>
                    <a:pt x="1083366" y="127223"/>
                  </a:lnTo>
                  <a:lnTo>
                    <a:pt x="1045074" y="101762"/>
                  </a:lnTo>
                  <a:lnTo>
                    <a:pt x="1005040" y="78861"/>
                  </a:lnTo>
                  <a:lnTo>
                    <a:pt x="963381" y="58637"/>
                  </a:lnTo>
                  <a:lnTo>
                    <a:pt x="920213" y="41204"/>
                  </a:lnTo>
                  <a:lnTo>
                    <a:pt x="875652" y="26681"/>
                  </a:lnTo>
                  <a:lnTo>
                    <a:pt x="829814" y="15182"/>
                  </a:lnTo>
                  <a:lnTo>
                    <a:pt x="782815" y="6825"/>
                  </a:lnTo>
                  <a:lnTo>
                    <a:pt x="734771" y="17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1667" y="2891027"/>
              <a:ext cx="786384" cy="78943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201667" y="2891027"/>
              <a:ext cx="786765" cy="789940"/>
            </a:xfrm>
            <a:custGeom>
              <a:avLst/>
              <a:gdLst/>
              <a:ahLst/>
              <a:cxnLst/>
              <a:rect l="l" t="t" r="r" b="b"/>
              <a:pathLst>
                <a:path w="786764" h="789939">
                  <a:moveTo>
                    <a:pt x="0" y="789432"/>
                  </a:moveTo>
                  <a:lnTo>
                    <a:pt x="786384" y="789432"/>
                  </a:lnTo>
                  <a:lnTo>
                    <a:pt x="786384" y="0"/>
                  </a:lnTo>
                  <a:lnTo>
                    <a:pt x="0" y="0"/>
                  </a:lnTo>
                  <a:lnTo>
                    <a:pt x="0" y="789432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521709" y="4380991"/>
            <a:ext cx="2142490" cy="67056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700" marR="5080" indent="635">
              <a:lnSpc>
                <a:spcPct val="101400"/>
              </a:lnSpc>
              <a:spcBef>
                <a:spcPts val="6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WEB IS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CONSTANTLY </a:t>
            </a:r>
            <a:r>
              <a:rPr dirty="0" sz="1400" spc="-20">
                <a:latin typeface="Calibri"/>
                <a:cs typeface="Calibri"/>
              </a:rPr>
              <a:t>EVOLVING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—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KEEP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LEARNING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KEEP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BUILDING!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53200" y="2596895"/>
            <a:ext cx="1371600" cy="1374775"/>
            <a:chOff x="6553200" y="2596895"/>
            <a:chExt cx="1371600" cy="1374775"/>
          </a:xfrm>
        </p:grpSpPr>
        <p:sp>
          <p:nvSpPr>
            <p:cNvPr id="14" name="object 14" descr=""/>
            <p:cNvSpPr/>
            <p:nvPr/>
          </p:nvSpPr>
          <p:spPr>
            <a:xfrm>
              <a:off x="6553200" y="2596895"/>
              <a:ext cx="1371600" cy="1374775"/>
            </a:xfrm>
            <a:custGeom>
              <a:avLst/>
              <a:gdLst/>
              <a:ahLst/>
              <a:cxnLst/>
              <a:rect l="l" t="t" r="r" b="b"/>
              <a:pathLst>
                <a:path w="1371600" h="1374775">
                  <a:moveTo>
                    <a:pt x="685800" y="0"/>
                  </a:moveTo>
                  <a:lnTo>
                    <a:pt x="636828" y="1725"/>
                  </a:lnTo>
                  <a:lnTo>
                    <a:pt x="588784" y="6825"/>
                  </a:lnTo>
                  <a:lnTo>
                    <a:pt x="541785" y="15182"/>
                  </a:lnTo>
                  <a:lnTo>
                    <a:pt x="495947" y="26681"/>
                  </a:lnTo>
                  <a:lnTo>
                    <a:pt x="451386" y="41204"/>
                  </a:lnTo>
                  <a:lnTo>
                    <a:pt x="408218" y="58637"/>
                  </a:lnTo>
                  <a:lnTo>
                    <a:pt x="366559" y="78861"/>
                  </a:lnTo>
                  <a:lnTo>
                    <a:pt x="326525" y="101762"/>
                  </a:lnTo>
                  <a:lnTo>
                    <a:pt x="288233" y="127223"/>
                  </a:lnTo>
                  <a:lnTo>
                    <a:pt x="251798" y="155127"/>
                  </a:lnTo>
                  <a:lnTo>
                    <a:pt x="217336" y="185358"/>
                  </a:lnTo>
                  <a:lnTo>
                    <a:pt x="184964" y="217801"/>
                  </a:lnTo>
                  <a:lnTo>
                    <a:pt x="154798" y="252337"/>
                  </a:lnTo>
                  <a:lnTo>
                    <a:pt x="126954" y="288853"/>
                  </a:lnTo>
                  <a:lnTo>
                    <a:pt x="101548" y="327230"/>
                  </a:lnTo>
                  <a:lnTo>
                    <a:pt x="78696" y="367353"/>
                  </a:lnTo>
                  <a:lnTo>
                    <a:pt x="58514" y="409105"/>
                  </a:lnTo>
                  <a:lnTo>
                    <a:pt x="41118" y="452370"/>
                  </a:lnTo>
                  <a:lnTo>
                    <a:pt x="26625" y="497033"/>
                  </a:lnTo>
                  <a:lnTo>
                    <a:pt x="15151" y="542975"/>
                  </a:lnTo>
                  <a:lnTo>
                    <a:pt x="6811" y="590082"/>
                  </a:lnTo>
                  <a:lnTo>
                    <a:pt x="1722" y="638237"/>
                  </a:lnTo>
                  <a:lnTo>
                    <a:pt x="0" y="687324"/>
                  </a:lnTo>
                  <a:lnTo>
                    <a:pt x="1722" y="736410"/>
                  </a:lnTo>
                  <a:lnTo>
                    <a:pt x="6811" y="784565"/>
                  </a:lnTo>
                  <a:lnTo>
                    <a:pt x="15151" y="831672"/>
                  </a:lnTo>
                  <a:lnTo>
                    <a:pt x="26625" y="877614"/>
                  </a:lnTo>
                  <a:lnTo>
                    <a:pt x="41118" y="922277"/>
                  </a:lnTo>
                  <a:lnTo>
                    <a:pt x="58514" y="965542"/>
                  </a:lnTo>
                  <a:lnTo>
                    <a:pt x="78696" y="1007294"/>
                  </a:lnTo>
                  <a:lnTo>
                    <a:pt x="101548" y="1047417"/>
                  </a:lnTo>
                  <a:lnTo>
                    <a:pt x="126954" y="1085794"/>
                  </a:lnTo>
                  <a:lnTo>
                    <a:pt x="154798" y="1122310"/>
                  </a:lnTo>
                  <a:lnTo>
                    <a:pt x="184964" y="1156846"/>
                  </a:lnTo>
                  <a:lnTo>
                    <a:pt x="217336" y="1189289"/>
                  </a:lnTo>
                  <a:lnTo>
                    <a:pt x="251798" y="1219520"/>
                  </a:lnTo>
                  <a:lnTo>
                    <a:pt x="288233" y="1247424"/>
                  </a:lnTo>
                  <a:lnTo>
                    <a:pt x="326525" y="1272885"/>
                  </a:lnTo>
                  <a:lnTo>
                    <a:pt x="366559" y="1295786"/>
                  </a:lnTo>
                  <a:lnTo>
                    <a:pt x="408218" y="1316010"/>
                  </a:lnTo>
                  <a:lnTo>
                    <a:pt x="451386" y="1333443"/>
                  </a:lnTo>
                  <a:lnTo>
                    <a:pt x="495947" y="1347966"/>
                  </a:lnTo>
                  <a:lnTo>
                    <a:pt x="541785" y="1359465"/>
                  </a:lnTo>
                  <a:lnTo>
                    <a:pt x="588784" y="1367822"/>
                  </a:lnTo>
                  <a:lnTo>
                    <a:pt x="636828" y="1372922"/>
                  </a:lnTo>
                  <a:lnTo>
                    <a:pt x="685800" y="1374647"/>
                  </a:lnTo>
                  <a:lnTo>
                    <a:pt x="734771" y="1372922"/>
                  </a:lnTo>
                  <a:lnTo>
                    <a:pt x="782815" y="1367822"/>
                  </a:lnTo>
                  <a:lnTo>
                    <a:pt x="829814" y="1359465"/>
                  </a:lnTo>
                  <a:lnTo>
                    <a:pt x="875652" y="1347966"/>
                  </a:lnTo>
                  <a:lnTo>
                    <a:pt x="920213" y="1333443"/>
                  </a:lnTo>
                  <a:lnTo>
                    <a:pt x="963381" y="1316010"/>
                  </a:lnTo>
                  <a:lnTo>
                    <a:pt x="1005040" y="1295786"/>
                  </a:lnTo>
                  <a:lnTo>
                    <a:pt x="1045074" y="1272885"/>
                  </a:lnTo>
                  <a:lnTo>
                    <a:pt x="1083366" y="1247424"/>
                  </a:lnTo>
                  <a:lnTo>
                    <a:pt x="1119801" y="1219520"/>
                  </a:lnTo>
                  <a:lnTo>
                    <a:pt x="1154263" y="1189289"/>
                  </a:lnTo>
                  <a:lnTo>
                    <a:pt x="1186635" y="1156846"/>
                  </a:lnTo>
                  <a:lnTo>
                    <a:pt x="1216801" y="1122310"/>
                  </a:lnTo>
                  <a:lnTo>
                    <a:pt x="1244645" y="1085794"/>
                  </a:lnTo>
                  <a:lnTo>
                    <a:pt x="1270051" y="1047417"/>
                  </a:lnTo>
                  <a:lnTo>
                    <a:pt x="1292903" y="1007294"/>
                  </a:lnTo>
                  <a:lnTo>
                    <a:pt x="1313085" y="965542"/>
                  </a:lnTo>
                  <a:lnTo>
                    <a:pt x="1330481" y="922277"/>
                  </a:lnTo>
                  <a:lnTo>
                    <a:pt x="1344974" y="877614"/>
                  </a:lnTo>
                  <a:lnTo>
                    <a:pt x="1356448" y="831672"/>
                  </a:lnTo>
                  <a:lnTo>
                    <a:pt x="1364788" y="784565"/>
                  </a:lnTo>
                  <a:lnTo>
                    <a:pt x="1369877" y="736410"/>
                  </a:lnTo>
                  <a:lnTo>
                    <a:pt x="1371600" y="687324"/>
                  </a:lnTo>
                  <a:lnTo>
                    <a:pt x="1369877" y="638237"/>
                  </a:lnTo>
                  <a:lnTo>
                    <a:pt x="1364788" y="590082"/>
                  </a:lnTo>
                  <a:lnTo>
                    <a:pt x="1356448" y="542975"/>
                  </a:lnTo>
                  <a:lnTo>
                    <a:pt x="1344974" y="497033"/>
                  </a:lnTo>
                  <a:lnTo>
                    <a:pt x="1330481" y="452370"/>
                  </a:lnTo>
                  <a:lnTo>
                    <a:pt x="1313085" y="409105"/>
                  </a:lnTo>
                  <a:lnTo>
                    <a:pt x="1292903" y="367353"/>
                  </a:lnTo>
                  <a:lnTo>
                    <a:pt x="1270051" y="327230"/>
                  </a:lnTo>
                  <a:lnTo>
                    <a:pt x="1244645" y="288853"/>
                  </a:lnTo>
                  <a:lnTo>
                    <a:pt x="1216801" y="252337"/>
                  </a:lnTo>
                  <a:lnTo>
                    <a:pt x="1186635" y="217801"/>
                  </a:lnTo>
                  <a:lnTo>
                    <a:pt x="1154263" y="185358"/>
                  </a:lnTo>
                  <a:lnTo>
                    <a:pt x="1119801" y="155127"/>
                  </a:lnTo>
                  <a:lnTo>
                    <a:pt x="1083366" y="127223"/>
                  </a:lnTo>
                  <a:lnTo>
                    <a:pt x="1045074" y="101762"/>
                  </a:lnTo>
                  <a:lnTo>
                    <a:pt x="1005040" y="78861"/>
                  </a:lnTo>
                  <a:lnTo>
                    <a:pt x="963381" y="58637"/>
                  </a:lnTo>
                  <a:lnTo>
                    <a:pt x="920213" y="41204"/>
                  </a:lnTo>
                  <a:lnTo>
                    <a:pt x="875652" y="26681"/>
                  </a:lnTo>
                  <a:lnTo>
                    <a:pt x="829814" y="15182"/>
                  </a:lnTo>
                  <a:lnTo>
                    <a:pt x="782815" y="6825"/>
                  </a:lnTo>
                  <a:lnTo>
                    <a:pt x="734771" y="17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5D9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4284" y="2891027"/>
              <a:ext cx="789431" cy="78943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844284" y="2891027"/>
              <a:ext cx="789940" cy="789940"/>
            </a:xfrm>
            <a:custGeom>
              <a:avLst/>
              <a:gdLst/>
              <a:ahLst/>
              <a:cxnLst/>
              <a:rect l="l" t="t" r="r" b="b"/>
              <a:pathLst>
                <a:path w="789940" h="789939">
                  <a:moveTo>
                    <a:pt x="0" y="789432"/>
                  </a:moveTo>
                  <a:lnTo>
                    <a:pt x="789431" y="789432"/>
                  </a:lnTo>
                  <a:lnTo>
                    <a:pt x="789431" y="0"/>
                  </a:lnTo>
                  <a:lnTo>
                    <a:pt x="0" y="0"/>
                  </a:lnTo>
                  <a:lnTo>
                    <a:pt x="0" y="789432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151245" y="4380991"/>
            <a:ext cx="2174240" cy="4540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69850">
              <a:lnSpc>
                <a:spcPct val="101400"/>
              </a:lnSpc>
              <a:spcBef>
                <a:spcPts val="65"/>
              </a:spcBef>
            </a:pPr>
            <a:r>
              <a:rPr dirty="0" sz="1400">
                <a:latin typeface="Calibri"/>
                <a:cs typeface="Calibri"/>
              </a:rPr>
              <a:t>“THE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BEST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70">
                <a:latin typeface="Calibri"/>
                <a:cs typeface="Calibri"/>
              </a:rPr>
              <a:t>WAY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 </a:t>
            </a:r>
            <a:r>
              <a:rPr dirty="0" sz="1400" spc="-10">
                <a:latin typeface="Calibri"/>
                <a:cs typeface="Calibri"/>
              </a:rPr>
              <a:t>PREDICT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FUTURE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CREATE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IT.”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2026-01-04T05:02:07Z</dcterms:created>
  <dcterms:modified xsi:type="dcterms:W3CDTF">2026-01-04T05:02:07Z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2026-01-04T00:00:00Z</vt:filetime>
  </property>
  <property fmtid="{D5CDD505-2E9C-101B-9397-08002B2CF9AE}" pid="5" name="Producer">
    <vt:lpwstr>www.ilovepdf.com</vt:lpwstr>
  </property>
</Properties>
</file>